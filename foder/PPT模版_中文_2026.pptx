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template.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90" r:id="rId1"/>
  </p:sldMasterIdLst>
  <p:notesMasterIdLst>
    <p:notesMasterId r:id="rId3"/>
  </p:notesMasterIdLst>
  <p:sldIdLst>
    <p:sldId id="256" r:id="rId2"/>
  </p:sldIdLst>
  <p:sldSz cx="12192000" cy="6858000"/>
  <p:notesSz cx="6858000" cy="9144000"/>
  <p:custDataLst>
    <p:tags r:id="rId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3F89"/>
    <a:srgbClr val="4F4DA8"/>
    <a:srgbClr val="679EAE"/>
    <a:srgbClr val="1E8AAE"/>
    <a:srgbClr val="195463"/>
    <a:srgbClr val="FFDB56"/>
    <a:srgbClr val="E5AC0D"/>
    <a:srgbClr val="071D49"/>
    <a:srgbClr val="4E4580"/>
    <a:srgbClr val="0018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10" autoAdjust="0"/>
    <p:restoredTop sz="93333" autoAdjust="0"/>
  </p:normalViewPr>
  <p:slideViewPr>
    <p:cSldViewPr snapToGrid="0">
      <p:cViewPr>
        <p:scale>
          <a:sx n="215" d="100"/>
          <a:sy n="215" d="100"/>
        </p:scale>
        <p:origin x="1496" y="-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mailto:hi@pharmcube.com" TargetMode="External"/><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封面">
    <p:bg>
      <p:bgPr>
        <a:solidFill>
          <a:schemeClr val="accent2"/>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13EA31F-F376-605F-8F12-03601A12894D}"/>
              </a:ext>
            </a:extLst>
          </p:cNvPr>
          <p:cNvPicPr>
            <a:picLocks noChangeAspect="1"/>
          </p:cNvPicPr>
          <p:nvPr/>
        </p:nvPicPr>
        <p:blipFill>
          <a:blip r:embed="rId2"/>
          <a:stretch>
            <a:fillRect/>
          </a:stretch>
        </p:blipFill>
        <p:spPr>
          <a:xfrm>
            <a:off x="0" y="-1715"/>
            <a:ext cx="12192000" cy="6859715"/>
          </a:xfrm>
          <a:prstGeom prst="rect">
            <a:avLst/>
          </a:prstGeom>
        </p:spPr>
      </p:pic>
      <p:grpSp>
        <p:nvGrpSpPr>
          <p:cNvPr id="23" name="组合 22">
            <a:extLst>
              <a:ext uri="{FF2B5EF4-FFF2-40B4-BE49-F238E27FC236}">
                <a16:creationId xmlns:a16="http://schemas.microsoft.com/office/drawing/2014/main" id="{3B33990B-4757-2496-7106-95E4FFC5A94C}"/>
              </a:ext>
            </a:extLst>
          </p:cNvPr>
          <p:cNvGrpSpPr/>
          <p:nvPr/>
        </p:nvGrpSpPr>
        <p:grpSpPr>
          <a:xfrm>
            <a:off x="5753754" y="262554"/>
            <a:ext cx="6129866" cy="6331175"/>
            <a:chOff x="6829860" y="807919"/>
            <a:chExt cx="4833493" cy="4992228"/>
          </a:xfrm>
        </p:grpSpPr>
        <p:sp>
          <p:nvSpPr>
            <p:cNvPr id="24" name="圆角矩形 23">
              <a:extLst>
                <a:ext uri="{FF2B5EF4-FFF2-40B4-BE49-F238E27FC236}">
                  <a16:creationId xmlns:a16="http://schemas.microsoft.com/office/drawing/2014/main" id="{6B7756DE-4D19-9B38-1616-804AAE668190}"/>
                </a:ext>
              </a:extLst>
            </p:cNvPr>
            <p:cNvSpPr/>
            <p:nvPr userDrawn="1"/>
          </p:nvSpPr>
          <p:spPr>
            <a:xfrm>
              <a:off x="7200332" y="807919"/>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圆角矩形 24">
              <a:extLst>
                <a:ext uri="{FF2B5EF4-FFF2-40B4-BE49-F238E27FC236}">
                  <a16:creationId xmlns:a16="http://schemas.microsoft.com/office/drawing/2014/main" id="{B50F29ED-9619-AC88-7C53-240A01E57079}"/>
                </a:ext>
              </a:extLst>
            </p:cNvPr>
            <p:cNvSpPr/>
            <p:nvPr userDrawn="1"/>
          </p:nvSpPr>
          <p:spPr>
            <a:xfrm>
              <a:off x="7728979" y="1404282"/>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E570CE04-9D1C-EA47-E034-0A834B1DCBCE}"/>
                </a:ext>
              </a:extLst>
            </p:cNvPr>
            <p:cNvSpPr/>
            <p:nvPr userDrawn="1"/>
          </p:nvSpPr>
          <p:spPr>
            <a:xfrm>
              <a:off x="6829860" y="1865773"/>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 name="图片 4">
            <a:extLst>
              <a:ext uri="{FF2B5EF4-FFF2-40B4-BE49-F238E27FC236}">
                <a16:creationId xmlns:a16="http://schemas.microsoft.com/office/drawing/2014/main" id="{96C51722-6C11-A13F-A829-D19CB971D2E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2945468" y="2524540"/>
            <a:ext cx="6301065" cy="769062"/>
          </a:xfrm>
          <a:prstGeom prst="rect">
            <a:avLst/>
          </a:prstGeom>
        </p:spPr>
      </p:pic>
      <p:sp>
        <p:nvSpPr>
          <p:cNvPr id="13" name="文本框 12">
            <a:extLst>
              <a:ext uri="{FF2B5EF4-FFF2-40B4-BE49-F238E27FC236}">
                <a16:creationId xmlns:a16="http://schemas.microsoft.com/office/drawing/2014/main" id="{75EC0438-E1E7-D48F-1870-608164CF207C}"/>
              </a:ext>
            </a:extLst>
          </p:cNvPr>
          <p:cNvSpPr txBox="1"/>
          <p:nvPr/>
        </p:nvSpPr>
        <p:spPr>
          <a:xfrm>
            <a:off x="4748995" y="6200196"/>
            <a:ext cx="2694007" cy="276999"/>
          </a:xfrm>
          <a:prstGeom prst="rect">
            <a:avLst/>
          </a:prstGeom>
          <a:noFill/>
        </p:spPr>
        <p:txBody>
          <a:bodyPr wrap="square" anchor="ctr">
            <a:spAutoFit/>
          </a:bodyPr>
          <a:lstStyle/>
          <a:p>
            <a:pPr algn="ctr"/>
            <a:r>
              <a:rPr lang="zh-CN" altLang="en-US" sz="1200" dirty="0">
                <a:solidFill>
                  <a:schemeClr val="bg1"/>
                </a:solidFill>
                <a:latin typeface="+mn-ea"/>
                <a:ea typeface="+mn-ea"/>
              </a:rPr>
              <a:t>pharmcube.com</a:t>
            </a:r>
          </a:p>
        </p:txBody>
      </p:sp>
      <p:grpSp>
        <p:nvGrpSpPr>
          <p:cNvPr id="6" name="组合 5">
            <a:extLst>
              <a:ext uri="{FF2B5EF4-FFF2-40B4-BE49-F238E27FC236}">
                <a16:creationId xmlns:a16="http://schemas.microsoft.com/office/drawing/2014/main" id="{12C51F82-7C8F-4923-8265-7EFB9420D459}"/>
              </a:ext>
            </a:extLst>
          </p:cNvPr>
          <p:cNvGrpSpPr/>
          <p:nvPr userDrawn="1"/>
        </p:nvGrpSpPr>
        <p:grpSpPr>
          <a:xfrm>
            <a:off x="5753754" y="262554"/>
            <a:ext cx="6129866" cy="6331175"/>
            <a:chOff x="6829860" y="807919"/>
            <a:chExt cx="4833493" cy="4992228"/>
          </a:xfrm>
        </p:grpSpPr>
        <p:sp>
          <p:nvSpPr>
            <p:cNvPr id="7" name="圆角矩形 6">
              <a:extLst>
                <a:ext uri="{FF2B5EF4-FFF2-40B4-BE49-F238E27FC236}">
                  <a16:creationId xmlns:a16="http://schemas.microsoft.com/office/drawing/2014/main" id="{A5BF212D-5A84-9DAF-339E-CCB95D7F6855}"/>
                </a:ext>
              </a:extLst>
            </p:cNvPr>
            <p:cNvSpPr/>
            <p:nvPr userDrawn="1"/>
          </p:nvSpPr>
          <p:spPr>
            <a:xfrm>
              <a:off x="7200332" y="807919"/>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a:extLst>
                <a:ext uri="{FF2B5EF4-FFF2-40B4-BE49-F238E27FC236}">
                  <a16:creationId xmlns:a16="http://schemas.microsoft.com/office/drawing/2014/main" id="{50098202-8052-A87A-2050-F328B7F02D34}"/>
                </a:ext>
              </a:extLst>
            </p:cNvPr>
            <p:cNvSpPr/>
            <p:nvPr userDrawn="1"/>
          </p:nvSpPr>
          <p:spPr>
            <a:xfrm>
              <a:off x="7728979" y="1404282"/>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a:extLst>
                <a:ext uri="{FF2B5EF4-FFF2-40B4-BE49-F238E27FC236}">
                  <a16:creationId xmlns:a16="http://schemas.microsoft.com/office/drawing/2014/main" id="{6F91EB17-0DB9-BB69-667B-FA6EADF5EC1F}"/>
                </a:ext>
              </a:extLst>
            </p:cNvPr>
            <p:cNvSpPr/>
            <p:nvPr userDrawn="1"/>
          </p:nvSpPr>
          <p:spPr>
            <a:xfrm>
              <a:off x="6829860" y="1865773"/>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0" name="图片 9">
            <a:extLst>
              <a:ext uri="{FF2B5EF4-FFF2-40B4-BE49-F238E27FC236}">
                <a16:creationId xmlns:a16="http://schemas.microsoft.com/office/drawing/2014/main" id="{4174489C-6795-ED5E-C1D3-6FAC033E9A10}"/>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1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2945468" y="2524540"/>
            <a:ext cx="6301065" cy="769062"/>
          </a:xfrm>
          <a:prstGeom prst="rect">
            <a:avLst/>
          </a:prstGeom>
        </p:spPr>
      </p:pic>
      <p:sp>
        <p:nvSpPr>
          <p:cNvPr id="12" name="文本框 11">
            <a:extLst>
              <a:ext uri="{FF2B5EF4-FFF2-40B4-BE49-F238E27FC236}">
                <a16:creationId xmlns:a16="http://schemas.microsoft.com/office/drawing/2014/main" id="{48DB5C49-9595-8919-8493-CB3A2A39AA7F}"/>
              </a:ext>
            </a:extLst>
          </p:cNvPr>
          <p:cNvSpPr txBox="1"/>
          <p:nvPr userDrawn="1"/>
        </p:nvSpPr>
        <p:spPr>
          <a:xfrm>
            <a:off x="4748995" y="6200196"/>
            <a:ext cx="2694007" cy="276999"/>
          </a:xfrm>
          <a:prstGeom prst="rect">
            <a:avLst/>
          </a:prstGeom>
          <a:noFill/>
        </p:spPr>
        <p:txBody>
          <a:bodyPr wrap="square" anchor="ctr">
            <a:spAutoFit/>
          </a:bodyPr>
          <a:lstStyle/>
          <a:p>
            <a:pPr algn="ctr"/>
            <a:r>
              <a:rPr lang="zh-CN" altLang="en-US" sz="1200" b="0" dirty="0">
                <a:solidFill>
                  <a:schemeClr val="bg1"/>
                </a:solidFill>
                <a:latin typeface="+mn-ea"/>
                <a:ea typeface="+mn-ea"/>
              </a:rPr>
              <a:t>pharmcube.com</a:t>
            </a:r>
          </a:p>
        </p:txBody>
      </p:sp>
    </p:spTree>
    <p:extLst>
      <p:ext uri="{BB962C8B-B14F-4D97-AF65-F5344CB8AC3E}">
        <p14:creationId xmlns:p14="http://schemas.microsoft.com/office/powerpoint/2010/main" val="990377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幻灯片-Dark">
    <p:bg>
      <p:bgPr>
        <a:solidFill>
          <a:schemeClr val="accent1"/>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FDF72F6D-95FB-945A-08C6-D5CC1F2D0B32}"/>
              </a:ext>
            </a:extLst>
          </p:cNvPr>
          <p:cNvPicPr>
            <a:picLocks noChangeAspect="1"/>
          </p:cNvPicPr>
          <p:nvPr/>
        </p:nvPicPr>
        <p:blipFill>
          <a:blip r:embed="rId2"/>
          <a:stretch>
            <a:fillRect/>
          </a:stretch>
        </p:blipFill>
        <p:spPr>
          <a:xfrm>
            <a:off x="0" y="-1715"/>
            <a:ext cx="12192000" cy="6859715"/>
          </a:xfrm>
          <a:prstGeom prst="rect">
            <a:avLst/>
          </a:prstGeom>
        </p:spPr>
      </p:pic>
      <p:sp>
        <p:nvSpPr>
          <p:cNvPr id="48" name="标题 1"/>
          <p:cNvSpPr>
            <a:spLocks noGrp="1"/>
          </p:cNvSpPr>
          <p:nvPr>
            <p:ph type="ctrTitle" hasCustomPrompt="1"/>
          </p:nvPr>
        </p:nvSpPr>
        <p:spPr>
          <a:xfrm>
            <a:off x="769543" y="1477798"/>
            <a:ext cx="6959436" cy="2035453"/>
          </a:xfrm>
          <a:prstGeom prst="rect">
            <a:avLst/>
          </a:prstGeom>
        </p:spPr>
        <p:txBody>
          <a:bodyPr anchor="ctr">
            <a:normAutofit/>
          </a:bodyPr>
          <a:lstStyle>
            <a:lvl1pPr algn="l">
              <a:defRPr sz="4000">
                <a:solidFill>
                  <a:schemeClr val="bg1"/>
                </a:solidFill>
                <a:latin typeface="+mj-ea"/>
                <a:ea typeface="+mj-ea"/>
              </a:defRPr>
            </a:lvl1pPr>
          </a:lstStyle>
          <a:p>
            <a:r>
              <a:rPr lang="en-US" dirty="0"/>
              <a:t>Click to edit Master </a:t>
            </a:r>
            <a:br>
              <a:rPr lang="en-US" dirty="0"/>
            </a:br>
            <a:r>
              <a:rPr lang="en-US" dirty="0"/>
              <a:t>title style</a:t>
            </a:r>
            <a:endParaRPr lang="zh-CN" altLang="en-US" dirty="0"/>
          </a:p>
        </p:txBody>
      </p:sp>
      <p:sp>
        <p:nvSpPr>
          <p:cNvPr id="7" name="TextBox 10">
            <a:extLst>
              <a:ext uri="{FF2B5EF4-FFF2-40B4-BE49-F238E27FC236}">
                <a16:creationId xmlns:a16="http://schemas.microsoft.com/office/drawing/2014/main" id="{D658E0C7-3FFC-852F-D525-CF696C617808}"/>
              </a:ext>
            </a:extLst>
          </p:cNvPr>
          <p:cNvSpPr txBox="1"/>
          <p:nvPr/>
        </p:nvSpPr>
        <p:spPr>
          <a:xfrm>
            <a:off x="9353387" y="6481269"/>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kern="600" dirty="0">
                <a:solidFill>
                  <a:schemeClr val="bg1"/>
                </a:solidFill>
                <a:latin typeface="+mj-ea"/>
                <a:ea typeface="+mj-ea"/>
              </a:rPr>
              <a:t>Copyright © </a:t>
            </a:r>
            <a:r>
              <a:rPr lang="en-US" altLang="zh-CN" sz="700" b="0" kern="600" dirty="0">
                <a:solidFill>
                  <a:schemeClr val="bg1"/>
                </a:solidFill>
                <a:latin typeface="+mj-ea"/>
                <a:ea typeface="+mj-ea"/>
              </a:rPr>
              <a:t>PHARMCUBE ALL RIGHTS RESERVED 2026</a:t>
            </a:r>
          </a:p>
        </p:txBody>
      </p:sp>
      <p:sp>
        <p:nvSpPr>
          <p:cNvPr id="2" name="副标题 2">
            <a:extLst>
              <a:ext uri="{FF2B5EF4-FFF2-40B4-BE49-F238E27FC236}">
                <a16:creationId xmlns:a16="http://schemas.microsoft.com/office/drawing/2014/main" id="{04DF1D7A-F18A-7F46-AF17-81E090F33822}"/>
              </a:ext>
            </a:extLst>
          </p:cNvPr>
          <p:cNvSpPr>
            <a:spLocks noGrp="1"/>
          </p:cNvSpPr>
          <p:nvPr>
            <p:ph type="subTitle" idx="1"/>
          </p:nvPr>
        </p:nvSpPr>
        <p:spPr>
          <a:xfrm>
            <a:off x="769543" y="3742752"/>
            <a:ext cx="5766011" cy="686161"/>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文本占位符 13">
            <a:extLst>
              <a:ext uri="{FF2B5EF4-FFF2-40B4-BE49-F238E27FC236}">
                <a16:creationId xmlns:a16="http://schemas.microsoft.com/office/drawing/2014/main" id="{5A09DD49-F6E5-DA87-37A8-80DB9594DB99}"/>
              </a:ext>
            </a:extLst>
          </p:cNvPr>
          <p:cNvSpPr>
            <a:spLocks noGrp="1"/>
          </p:cNvSpPr>
          <p:nvPr>
            <p:ph type="body" sz="quarter" idx="10" hasCustomPrompt="1"/>
          </p:nvPr>
        </p:nvSpPr>
        <p:spPr>
          <a:xfrm>
            <a:off x="769543" y="4510311"/>
            <a:ext cx="5357061" cy="296271"/>
          </a:xfrm>
        </p:spPr>
        <p:txBody>
          <a:bodyPr vert="horz"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8" name="文本占位符 13">
            <a:extLst>
              <a:ext uri="{FF2B5EF4-FFF2-40B4-BE49-F238E27FC236}">
                <a16:creationId xmlns:a16="http://schemas.microsoft.com/office/drawing/2014/main" id="{19730B88-7AF0-5DFB-6B22-3679FD598D01}"/>
              </a:ext>
            </a:extLst>
          </p:cNvPr>
          <p:cNvSpPr>
            <a:spLocks noGrp="1"/>
          </p:cNvSpPr>
          <p:nvPr>
            <p:ph type="body" sz="quarter" idx="11" hasCustomPrompt="1"/>
          </p:nvPr>
        </p:nvSpPr>
        <p:spPr>
          <a:xfrm>
            <a:off x="769543" y="4835252"/>
            <a:ext cx="5357061" cy="296271"/>
          </a:xfrm>
        </p:spPr>
        <p:txBody>
          <a:bodyPr vert="horz"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15" name="组合 14">
            <a:extLst>
              <a:ext uri="{FF2B5EF4-FFF2-40B4-BE49-F238E27FC236}">
                <a16:creationId xmlns:a16="http://schemas.microsoft.com/office/drawing/2014/main" id="{0A0FE7DC-C60A-0671-6D27-EBAC59D132C8}"/>
              </a:ext>
            </a:extLst>
          </p:cNvPr>
          <p:cNvGrpSpPr/>
          <p:nvPr/>
        </p:nvGrpSpPr>
        <p:grpSpPr>
          <a:xfrm>
            <a:off x="6829860" y="807919"/>
            <a:ext cx="4833493" cy="4992228"/>
            <a:chOff x="6829860" y="807919"/>
            <a:chExt cx="4833493" cy="4992228"/>
          </a:xfrm>
        </p:grpSpPr>
        <p:sp>
          <p:nvSpPr>
            <p:cNvPr id="11" name="圆角矩形 10">
              <a:extLst>
                <a:ext uri="{FF2B5EF4-FFF2-40B4-BE49-F238E27FC236}">
                  <a16:creationId xmlns:a16="http://schemas.microsoft.com/office/drawing/2014/main" id="{67D79574-10E8-84F5-D728-2F7912089A04}"/>
                </a:ext>
              </a:extLst>
            </p:cNvPr>
            <p:cNvSpPr/>
            <p:nvPr userDrawn="1"/>
          </p:nvSpPr>
          <p:spPr>
            <a:xfrm>
              <a:off x="7200332" y="807919"/>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82BBBB63-50DB-FF13-34A1-739767A8A87C}"/>
                </a:ext>
              </a:extLst>
            </p:cNvPr>
            <p:cNvSpPr/>
            <p:nvPr userDrawn="1"/>
          </p:nvSpPr>
          <p:spPr>
            <a:xfrm>
              <a:off x="7728979" y="1404282"/>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056C8F21-12C7-7B12-7EF6-0371392C11D8}"/>
                </a:ext>
              </a:extLst>
            </p:cNvPr>
            <p:cNvSpPr/>
            <p:nvPr userDrawn="1"/>
          </p:nvSpPr>
          <p:spPr>
            <a:xfrm>
              <a:off x="6829860" y="1865773"/>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7" name="图片 16">
            <a:extLst>
              <a:ext uri="{FF2B5EF4-FFF2-40B4-BE49-F238E27FC236}">
                <a16:creationId xmlns:a16="http://schemas.microsoft.com/office/drawing/2014/main" id="{EDD17B65-A9BA-4E6E-0374-9069230CDFC6}"/>
              </a:ext>
            </a:extLst>
          </p:cNvPr>
          <p:cNvPicPr>
            <a:picLocks noChangeAspect="1"/>
          </p:cNvPicPr>
          <p:nvPr/>
        </p:nvPicPr>
        <p:blipFill>
          <a:blip r:embed="rId3"/>
          <a:stretch>
            <a:fillRect/>
          </a:stretch>
        </p:blipFill>
        <p:spPr>
          <a:xfrm>
            <a:off x="8432235" y="2396443"/>
            <a:ext cx="1517728" cy="1626917"/>
          </a:xfrm>
          <a:prstGeom prst="rect">
            <a:avLst/>
          </a:prstGeom>
        </p:spPr>
      </p:pic>
      <p:pic>
        <p:nvPicPr>
          <p:cNvPr id="18" name="图片 17">
            <a:extLst>
              <a:ext uri="{FF2B5EF4-FFF2-40B4-BE49-F238E27FC236}">
                <a16:creationId xmlns:a16="http://schemas.microsoft.com/office/drawing/2014/main" id="{8839EA73-8FC1-6F3B-C0F1-D95BA8E182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Tree>
    <p:extLst>
      <p:ext uri="{BB962C8B-B14F-4D97-AF65-F5344CB8AC3E}">
        <p14:creationId xmlns:p14="http://schemas.microsoft.com/office/powerpoint/2010/main" val="3031211349"/>
      </p:ext>
    </p:extLst>
  </p:cSld>
  <p:clrMapOvr>
    <a:overrideClrMapping bg1="lt1" tx1="dk1" bg2="lt2" tx2="dk2" accent1="accent1" accent2="accent2" accent3="accent3" accent4="accent4" accent5="accent5" accent6="accent6" hlink="hlink" folHlink="folHlink"/>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B99267B-9064-B1DC-0E9E-26F713531AE5}"/>
              </a:ext>
            </a:extLst>
          </p:cNvPr>
          <p:cNvGrpSpPr/>
          <p:nvPr/>
        </p:nvGrpSpPr>
        <p:grpSpPr>
          <a:xfrm>
            <a:off x="6883260" y="1028700"/>
            <a:ext cx="4758510" cy="4914782"/>
            <a:chOff x="602314" y="807919"/>
            <a:chExt cx="4833493" cy="4992228"/>
          </a:xfrm>
        </p:grpSpPr>
        <p:sp>
          <p:nvSpPr>
            <p:cNvPr id="10" name="圆角矩形 9">
              <a:extLst>
                <a:ext uri="{FF2B5EF4-FFF2-40B4-BE49-F238E27FC236}">
                  <a16:creationId xmlns:a16="http://schemas.microsoft.com/office/drawing/2014/main" id="{A14CB0E2-66DB-AECA-6D01-3AB9027A0353}"/>
                </a:ext>
              </a:extLst>
            </p:cNvPr>
            <p:cNvSpPr/>
            <p:nvPr userDrawn="1"/>
          </p:nvSpPr>
          <p:spPr>
            <a:xfrm>
              <a:off x="972786" y="807919"/>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BDD8B7D3-4397-8ED1-E6AD-B7279A584D08}"/>
                </a:ext>
              </a:extLst>
            </p:cNvPr>
            <p:cNvSpPr/>
            <p:nvPr userDrawn="1"/>
          </p:nvSpPr>
          <p:spPr>
            <a:xfrm>
              <a:off x="1501433" y="1404282"/>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BC6619C0-3E7E-3C9C-0BB2-74BBFC4707D8}"/>
                </a:ext>
              </a:extLst>
            </p:cNvPr>
            <p:cNvSpPr/>
            <p:nvPr userDrawn="1"/>
          </p:nvSpPr>
          <p:spPr>
            <a:xfrm>
              <a:off x="602314" y="1865773"/>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 name="标题 1">
            <a:extLst>
              <a:ext uri="{FF2B5EF4-FFF2-40B4-BE49-F238E27FC236}">
                <a16:creationId xmlns:a16="http://schemas.microsoft.com/office/drawing/2014/main" id="{A7F549B2-5E20-6C9E-1428-69EB26F6EB26}"/>
              </a:ext>
            </a:extLst>
          </p:cNvPr>
          <p:cNvSpPr>
            <a:spLocks noGrp="1"/>
          </p:cNvSpPr>
          <p:nvPr>
            <p:ph type="title" hasCustomPrompt="1"/>
          </p:nvPr>
        </p:nvSpPr>
        <p:spPr/>
        <p:txBody>
          <a:bodyPr>
            <a:normAutofit/>
          </a:bodyPr>
          <a:lstStyle>
            <a:lvl1pPr>
              <a:defRPr sz="4000">
                <a:solidFill>
                  <a:schemeClr val="accent3"/>
                </a:solidFill>
              </a:defRPr>
            </a:lvl1pPr>
          </a:lstStyle>
          <a:p>
            <a:r>
              <a:rPr kumimoji="1" lang="en-US" altLang="zh-CN" dirty="0"/>
              <a:t>CONTENT | </a:t>
            </a:r>
            <a:r>
              <a:rPr kumimoji="1" lang="zh-CN" altLang="en-US" dirty="0"/>
              <a:t>目录</a:t>
            </a:r>
          </a:p>
        </p:txBody>
      </p:sp>
      <p:sp>
        <p:nvSpPr>
          <p:cNvPr id="3" name="灯片编号占位符 2">
            <a:extLst>
              <a:ext uri="{FF2B5EF4-FFF2-40B4-BE49-F238E27FC236}">
                <a16:creationId xmlns:a16="http://schemas.microsoft.com/office/drawing/2014/main" id="{B779C22A-A74C-8047-DD37-ADAC2642C11D}"/>
              </a:ext>
            </a:extLst>
          </p:cNvPr>
          <p:cNvSpPr>
            <a:spLocks noGrp="1"/>
          </p:cNvSpPr>
          <p:nvPr>
            <p:ph type="sldNum" sz="quarter" idx="10"/>
          </p:nvPr>
        </p:nvSpPr>
        <p:spPr/>
        <p:txBody>
          <a:bodyPr/>
          <a:lstStyle/>
          <a:p>
            <a:fld id="{5DD3DB80-B894-403A-B48E-6FDC1A72010E}" type="slidenum">
              <a:rPr lang="zh-CN" altLang="en-US" smtClean="0"/>
              <a:pPr/>
              <a:t>‹#›</a:t>
            </a:fld>
            <a:endParaRPr lang="zh-CN" altLang="en-US" dirty="0"/>
          </a:p>
        </p:txBody>
      </p:sp>
      <p:sp>
        <p:nvSpPr>
          <p:cNvPr id="6" name="单圆角矩形 5">
            <a:extLst>
              <a:ext uri="{FF2B5EF4-FFF2-40B4-BE49-F238E27FC236}">
                <a16:creationId xmlns:a16="http://schemas.microsoft.com/office/drawing/2014/main" id="{488CCDC9-F2C5-8E1E-CB27-551A33BD0942}"/>
              </a:ext>
            </a:extLst>
          </p:cNvPr>
          <p:cNvSpPr/>
          <p:nvPr/>
        </p:nvSpPr>
        <p:spPr>
          <a:xfrm>
            <a:off x="1" y="0"/>
            <a:ext cx="548640" cy="6858000"/>
          </a:xfrm>
          <a:prstGeom prst="round1Rect">
            <a:avLst>
              <a:gd name="adj" fmla="val 50000"/>
            </a:avLst>
          </a:prstGeom>
          <a:gradFill flip="none" rotWithShape="1">
            <a:gsLst>
              <a:gs pos="0">
                <a:srgbClr val="00253E"/>
              </a:gs>
              <a:gs pos="54000">
                <a:schemeClr val="accent2"/>
              </a:gs>
              <a:gs pos="98000">
                <a:schemeClr val="accent5">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占位符 7">
            <a:extLst>
              <a:ext uri="{FF2B5EF4-FFF2-40B4-BE49-F238E27FC236}">
                <a16:creationId xmlns:a16="http://schemas.microsoft.com/office/drawing/2014/main" id="{9E8754A1-7791-8462-0768-3AD3B31C8890}"/>
              </a:ext>
            </a:extLst>
          </p:cNvPr>
          <p:cNvSpPr>
            <a:spLocks noGrp="1"/>
          </p:cNvSpPr>
          <p:nvPr>
            <p:ph type="body" sz="quarter" idx="11" hasCustomPrompt="1"/>
          </p:nvPr>
        </p:nvSpPr>
        <p:spPr>
          <a:xfrm>
            <a:off x="669925" y="1174750"/>
            <a:ext cx="10850564" cy="5069296"/>
          </a:xfrm>
        </p:spPr>
        <p:txBody>
          <a:bodyPr>
            <a:normAutofit/>
          </a:bodyPr>
          <a:lstStyle>
            <a:lvl1pPr marL="457200" indent="-457200">
              <a:buFont typeface="+mj-lt"/>
              <a:buAutoNum type="arabicPeriod"/>
              <a:defRPr sz="2400" b="1">
                <a:solidFill>
                  <a:schemeClr val="bg1">
                    <a:lumMod val="50000"/>
                  </a:schemeClr>
                </a:solidFill>
              </a:defRPr>
            </a:lvl1pPr>
            <a:lvl2pPr marL="914400" indent="-457200">
              <a:buFont typeface="+mj-lt"/>
              <a:buAutoNum type="alphaLcPeriod"/>
              <a:defRPr sz="2000" b="0">
                <a:solidFill>
                  <a:schemeClr val="bg1">
                    <a:lumMod val="50000"/>
                  </a:schemeClr>
                </a:solidFill>
              </a:defRPr>
            </a:lvl2pPr>
            <a:lvl3pPr marL="1257300" indent="-342900">
              <a:buFont typeface="+mj-lt"/>
              <a:buAutoNum type="arabicPeriod"/>
              <a:defRPr sz="1800" b="0">
                <a:solidFill>
                  <a:schemeClr val="bg1">
                    <a:lumMod val="50000"/>
                  </a:schemeClr>
                </a:solidFill>
              </a:defRPr>
            </a:lvl3pPr>
            <a:lvl4pPr marL="1714500" indent="-342900">
              <a:buFont typeface="+mj-lt"/>
              <a:buAutoNum type="arabicPeriod"/>
              <a:defRPr sz="1600" b="0">
                <a:solidFill>
                  <a:schemeClr val="bg1">
                    <a:lumMod val="50000"/>
                  </a:schemeClr>
                </a:solidFill>
              </a:defRPr>
            </a:lvl4pPr>
            <a:lvl5pPr marL="2171700" indent="-342900">
              <a:buFont typeface="+mj-lt"/>
              <a:buAutoNum type="arabicPeriod"/>
              <a:defRPr sz="1600" b="0">
                <a:solidFill>
                  <a:schemeClr val="bg1">
                    <a:lumMod val="50000"/>
                  </a:schemeClr>
                </a:solidFill>
              </a:defRPr>
            </a:lvl5pPr>
          </a:lstStyle>
          <a:p>
            <a:pPr lvl="0"/>
            <a:r>
              <a:rPr kumimoji="1" lang="zh-CN" altLang="en-US" dirty="0"/>
              <a:t>此处键入目录大纲</a:t>
            </a:r>
          </a:p>
          <a:p>
            <a:pPr lvl="1"/>
            <a:r>
              <a:rPr kumimoji="1" lang="zh-CN" altLang="en-US" dirty="0"/>
              <a:t>此处键入二级内容概述</a:t>
            </a:r>
          </a:p>
        </p:txBody>
      </p:sp>
      <p:grpSp>
        <p:nvGrpSpPr>
          <p:cNvPr id="4" name="组合 3">
            <a:extLst>
              <a:ext uri="{FF2B5EF4-FFF2-40B4-BE49-F238E27FC236}">
                <a16:creationId xmlns:a16="http://schemas.microsoft.com/office/drawing/2014/main" id="{761433AD-00F1-7960-8468-FF4EA8B3F906}"/>
              </a:ext>
            </a:extLst>
          </p:cNvPr>
          <p:cNvGrpSpPr/>
          <p:nvPr userDrawn="1"/>
        </p:nvGrpSpPr>
        <p:grpSpPr>
          <a:xfrm>
            <a:off x="6883260" y="1028700"/>
            <a:ext cx="4758510" cy="4914782"/>
            <a:chOff x="602314" y="807919"/>
            <a:chExt cx="4833493" cy="4992228"/>
          </a:xfrm>
        </p:grpSpPr>
        <p:sp>
          <p:nvSpPr>
            <p:cNvPr id="5" name="圆角矩形 4">
              <a:extLst>
                <a:ext uri="{FF2B5EF4-FFF2-40B4-BE49-F238E27FC236}">
                  <a16:creationId xmlns:a16="http://schemas.microsoft.com/office/drawing/2014/main" id="{412F40C4-9652-0A09-A83C-740AE6E27F4C}"/>
                </a:ext>
              </a:extLst>
            </p:cNvPr>
            <p:cNvSpPr/>
            <p:nvPr userDrawn="1"/>
          </p:nvSpPr>
          <p:spPr>
            <a:xfrm>
              <a:off x="972786" y="807919"/>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4900560A-0341-81C4-5405-8865D1E9A2DA}"/>
                </a:ext>
              </a:extLst>
            </p:cNvPr>
            <p:cNvSpPr/>
            <p:nvPr userDrawn="1"/>
          </p:nvSpPr>
          <p:spPr>
            <a:xfrm>
              <a:off x="1501433" y="1404282"/>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0CC7DF53-9B1A-4FFF-52FE-B29EABA2424C}"/>
                </a:ext>
              </a:extLst>
            </p:cNvPr>
            <p:cNvSpPr/>
            <p:nvPr userDrawn="1"/>
          </p:nvSpPr>
          <p:spPr>
            <a:xfrm>
              <a:off x="602314" y="1865773"/>
              <a:ext cx="3934374" cy="3934374"/>
            </a:xfrm>
            <a:prstGeom prst="roundRect">
              <a:avLst>
                <a:gd name="adj" fmla="val 11045"/>
              </a:avLst>
            </a:prstGeom>
            <a:solidFill>
              <a:schemeClr val="accent4">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1586343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节标题">
    <p:bg>
      <p:bgPr>
        <a:solidFill>
          <a:schemeClr val="bg1">
            <a:alpha val="80000"/>
          </a:schemeClr>
        </a:solidFill>
        <a:effectLst/>
      </p:bgPr>
    </p:bg>
    <p:spTree>
      <p:nvGrpSpPr>
        <p:cNvPr id="1" name=""/>
        <p:cNvGrpSpPr/>
        <p:nvPr/>
      </p:nvGrpSpPr>
      <p:grpSpPr>
        <a:xfrm>
          <a:off x="0" y="0"/>
          <a:ext cx="0" cy="0"/>
          <a:chOff x="0" y="0"/>
          <a:chExt cx="0" cy="0"/>
        </a:xfrm>
      </p:grpSpPr>
      <p:sp>
        <p:nvSpPr>
          <p:cNvPr id="20" name="标题 1"/>
          <p:cNvSpPr>
            <a:spLocks noGrp="1"/>
          </p:cNvSpPr>
          <p:nvPr>
            <p:ph type="title" hasCustomPrompt="1"/>
          </p:nvPr>
        </p:nvSpPr>
        <p:spPr>
          <a:xfrm>
            <a:off x="4536077" y="2321983"/>
            <a:ext cx="6934479" cy="711209"/>
          </a:xfrm>
        </p:spPr>
        <p:txBody>
          <a:bodyPr anchor="b">
            <a:normAutofit/>
          </a:bodyPr>
          <a:lstStyle>
            <a:lvl1pPr algn="l">
              <a:defRPr sz="3200" b="1">
                <a:solidFill>
                  <a:schemeClr val="accent1"/>
                </a:solidFill>
              </a:defRPr>
            </a:lvl1pPr>
          </a:lstStyle>
          <a:p>
            <a:r>
              <a:rPr lang="en-US" dirty="0"/>
              <a:t>Click to edit Master title style</a:t>
            </a:r>
            <a:endParaRPr lang="zh-CN" altLang="en-US" dirty="0"/>
          </a:p>
        </p:txBody>
      </p:sp>
      <p:sp>
        <p:nvSpPr>
          <p:cNvPr id="21" name="文本占位符 2"/>
          <p:cNvSpPr>
            <a:spLocks noGrp="1"/>
          </p:cNvSpPr>
          <p:nvPr>
            <p:ph type="body" idx="1" hasCustomPrompt="1"/>
          </p:nvPr>
        </p:nvSpPr>
        <p:spPr>
          <a:xfrm>
            <a:off x="4536078" y="3151218"/>
            <a:ext cx="6967610" cy="1015623"/>
          </a:xfrm>
        </p:spPr>
        <p:txBody>
          <a:bodyPr anchor="t">
            <a:normAutofit/>
          </a:bodyPr>
          <a:lstStyle>
            <a:lvl1pPr marL="0" indent="0" algn="l">
              <a:lnSpc>
                <a:spcPct val="100000"/>
              </a:lnSpc>
              <a:buNone/>
              <a:defRPr sz="20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ltLang="zh-CN" dirty="0"/>
              <a:t>Click to edit Master subtitle style</a:t>
            </a:r>
          </a:p>
        </p:txBody>
      </p:sp>
      <p:pic>
        <p:nvPicPr>
          <p:cNvPr id="8" name="图片 7">
            <a:extLst>
              <a:ext uri="{FF2B5EF4-FFF2-40B4-BE49-F238E27FC236}">
                <a16:creationId xmlns:a16="http://schemas.microsoft.com/office/drawing/2014/main" id="{04D00504-0A98-295D-C242-E93262684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grpSp>
        <p:nvGrpSpPr>
          <p:cNvPr id="9" name="组合 8">
            <a:extLst>
              <a:ext uri="{FF2B5EF4-FFF2-40B4-BE49-F238E27FC236}">
                <a16:creationId xmlns:a16="http://schemas.microsoft.com/office/drawing/2014/main" id="{D9E33EAC-FA5E-46C6-7553-CFA89D21C693}"/>
              </a:ext>
            </a:extLst>
          </p:cNvPr>
          <p:cNvGrpSpPr/>
          <p:nvPr/>
        </p:nvGrpSpPr>
        <p:grpSpPr>
          <a:xfrm>
            <a:off x="602315" y="1337308"/>
            <a:ext cx="3653716" cy="3773706"/>
            <a:chOff x="602314" y="807919"/>
            <a:chExt cx="4833493" cy="4992228"/>
          </a:xfrm>
        </p:grpSpPr>
        <p:sp>
          <p:nvSpPr>
            <p:cNvPr id="5" name="圆角矩形 4">
              <a:extLst>
                <a:ext uri="{FF2B5EF4-FFF2-40B4-BE49-F238E27FC236}">
                  <a16:creationId xmlns:a16="http://schemas.microsoft.com/office/drawing/2014/main" id="{7E19036F-16EC-5B6B-2B92-0274D988678F}"/>
                </a:ext>
              </a:extLst>
            </p:cNvPr>
            <p:cNvSpPr/>
            <p:nvPr userDrawn="1"/>
          </p:nvSpPr>
          <p:spPr>
            <a:xfrm>
              <a:off x="972786" y="807919"/>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圆角矩形 5">
              <a:extLst>
                <a:ext uri="{FF2B5EF4-FFF2-40B4-BE49-F238E27FC236}">
                  <a16:creationId xmlns:a16="http://schemas.microsoft.com/office/drawing/2014/main" id="{E2CF429B-B16E-742E-FC72-ACFA41AC017D}"/>
                </a:ext>
              </a:extLst>
            </p:cNvPr>
            <p:cNvSpPr/>
            <p:nvPr userDrawn="1"/>
          </p:nvSpPr>
          <p:spPr>
            <a:xfrm>
              <a:off x="1501433" y="1404282"/>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3D1A19F4-DE2E-DC78-04C0-15DAFAF145DE}"/>
                </a:ext>
              </a:extLst>
            </p:cNvPr>
            <p:cNvSpPr/>
            <p:nvPr userDrawn="1"/>
          </p:nvSpPr>
          <p:spPr>
            <a:xfrm>
              <a:off x="602314" y="1865773"/>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5" name="图片 14">
            <a:extLst>
              <a:ext uri="{FF2B5EF4-FFF2-40B4-BE49-F238E27FC236}">
                <a16:creationId xmlns:a16="http://schemas.microsoft.com/office/drawing/2014/main" id="{49F6BFA9-5F53-ADC2-C68E-E06FE5060B8F}"/>
              </a:ext>
            </a:extLst>
          </p:cNvPr>
          <p:cNvPicPr>
            <a:picLocks noChangeAspect="1"/>
          </p:cNvPicPr>
          <p:nvPr/>
        </p:nvPicPr>
        <p:blipFill>
          <a:blip r:embed="rId3"/>
          <a:stretch>
            <a:fillRect/>
          </a:stretch>
        </p:blipFill>
        <p:spPr>
          <a:xfrm>
            <a:off x="2089343" y="2677587"/>
            <a:ext cx="830521" cy="890271"/>
          </a:xfrm>
          <a:prstGeom prst="rect">
            <a:avLst/>
          </a:prstGeom>
        </p:spPr>
      </p:pic>
      <p:sp>
        <p:nvSpPr>
          <p:cNvPr id="17" name="TextBox 10">
            <a:extLst>
              <a:ext uri="{FF2B5EF4-FFF2-40B4-BE49-F238E27FC236}">
                <a16:creationId xmlns:a16="http://schemas.microsoft.com/office/drawing/2014/main" id="{119CCD99-6FD1-F591-F53F-497DF6858F27}"/>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kern="600" dirty="0">
                <a:solidFill>
                  <a:schemeClr val="bg1">
                    <a:lumMod val="65000"/>
                  </a:schemeClr>
                </a:solidFill>
                <a:latin typeface="+mj-ea"/>
                <a:ea typeface="+mj-ea"/>
              </a:rPr>
              <a:t>Copyright © </a:t>
            </a:r>
            <a:r>
              <a:rPr lang="en-US" altLang="zh-CN" sz="700" b="0" kern="600" dirty="0">
                <a:solidFill>
                  <a:schemeClr val="bg1">
                    <a:lumMod val="65000"/>
                  </a:schemeClr>
                </a:solidFill>
                <a:latin typeface="+mj-ea"/>
                <a:ea typeface="+mj-ea"/>
              </a:rPr>
              <a:t>PHARMCUBE ALL RIGHTS RESERVED 2026</a:t>
            </a:r>
          </a:p>
        </p:txBody>
      </p:sp>
      <p:pic>
        <p:nvPicPr>
          <p:cNvPr id="12" name="图片 11">
            <a:extLst>
              <a:ext uri="{FF2B5EF4-FFF2-40B4-BE49-F238E27FC236}">
                <a16:creationId xmlns:a16="http://schemas.microsoft.com/office/drawing/2014/main" id="{FC9C07C7-D593-85EA-09CD-68EEBC29304E}"/>
              </a:ext>
            </a:extLst>
          </p:cNvPr>
          <p:cNvPicPr>
            <a:picLocks noChangeAspect="1"/>
          </p:cNvPicPr>
          <p:nvPr userDrawn="1"/>
        </p:nvPicPr>
        <p:blipFill>
          <a:blip r:embed="rId4"/>
          <a:stretch>
            <a:fillRect/>
          </a:stretch>
        </p:blipFill>
        <p:spPr>
          <a:xfrm>
            <a:off x="66559" y="-24988"/>
            <a:ext cx="2103120" cy="1064544"/>
          </a:xfrm>
          <a:prstGeom prst="rect">
            <a:avLst/>
          </a:prstGeom>
        </p:spPr>
      </p:pic>
    </p:spTree>
    <p:extLst>
      <p:ext uri="{BB962C8B-B14F-4D97-AF65-F5344CB8AC3E}">
        <p14:creationId xmlns:p14="http://schemas.microsoft.com/office/powerpoint/2010/main" val="1990262803"/>
      </p:ext>
    </p:extLst>
  </p:cSld>
  <p:clrMapOvr>
    <a:overrideClrMapping bg1="lt1" tx1="dk1" bg2="lt2" tx2="dk2" accent1="accent1" accent2="accent2" accent3="accent3" accent4="accent4" accent5="accent5" accent6="accent6" hlink="hlink" folHlink="folHlink"/>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节标题">
    <p:bg>
      <p:bgPr>
        <a:solidFill>
          <a:schemeClr val="bg1">
            <a:alpha val="80000"/>
          </a:schemeClr>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4F7F3D9-9C60-9AAA-8E9A-876FFC5B1327}"/>
              </a:ext>
            </a:extLst>
          </p:cNvPr>
          <p:cNvPicPr>
            <a:picLocks noChangeAspect="1"/>
          </p:cNvPicPr>
          <p:nvPr/>
        </p:nvPicPr>
        <p:blipFill>
          <a:blip r:embed="rId2"/>
          <a:stretch>
            <a:fillRect/>
          </a:stretch>
        </p:blipFill>
        <p:spPr>
          <a:xfrm>
            <a:off x="0" y="0"/>
            <a:ext cx="12192000" cy="6859715"/>
          </a:xfrm>
          <a:prstGeom prst="rect">
            <a:avLst/>
          </a:prstGeom>
        </p:spPr>
      </p:pic>
      <p:sp>
        <p:nvSpPr>
          <p:cNvPr id="20" name="标题 1"/>
          <p:cNvSpPr>
            <a:spLocks noGrp="1"/>
          </p:cNvSpPr>
          <p:nvPr>
            <p:ph type="title" hasCustomPrompt="1"/>
          </p:nvPr>
        </p:nvSpPr>
        <p:spPr>
          <a:xfrm>
            <a:off x="4536077" y="2321983"/>
            <a:ext cx="6934479" cy="711209"/>
          </a:xfrm>
        </p:spPr>
        <p:txBody>
          <a:bodyPr anchor="b">
            <a:normAutofit/>
          </a:bodyPr>
          <a:lstStyle>
            <a:lvl1pPr algn="l">
              <a:defRPr sz="32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p:ph type="body" idx="1" hasCustomPrompt="1"/>
          </p:nvPr>
        </p:nvSpPr>
        <p:spPr>
          <a:xfrm>
            <a:off x="4536078" y="3151218"/>
            <a:ext cx="6967610" cy="1015623"/>
          </a:xfrm>
        </p:spPr>
        <p:txBody>
          <a:bodyPr anchor="t">
            <a:normAutofit/>
          </a:bodyPr>
          <a:lstStyle>
            <a:lvl1pPr marL="0" indent="0" algn="l">
              <a:lnSpc>
                <a:spcPct val="100000"/>
              </a:lnSpc>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ltLang="zh-CN" dirty="0"/>
              <a:t>Click to edit Master subtitle style</a:t>
            </a:r>
          </a:p>
        </p:txBody>
      </p:sp>
      <p:pic>
        <p:nvPicPr>
          <p:cNvPr id="8" name="图片 7">
            <a:extLst>
              <a:ext uri="{FF2B5EF4-FFF2-40B4-BE49-F238E27FC236}">
                <a16:creationId xmlns:a16="http://schemas.microsoft.com/office/drawing/2014/main" id="{04D00504-0A98-295D-C242-E93262684A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81C96AE9-17B1-2EDD-EE94-38EB7465B1FE}"/>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kern="600" dirty="0">
                <a:solidFill>
                  <a:schemeClr val="bg1"/>
                </a:solidFill>
                <a:latin typeface="+mj-ea"/>
                <a:ea typeface="+mj-ea"/>
              </a:rPr>
              <a:t>Copyright © </a:t>
            </a:r>
            <a:r>
              <a:rPr lang="en-US" altLang="zh-CN" sz="700" b="0" kern="600" dirty="0">
                <a:solidFill>
                  <a:schemeClr val="bg1"/>
                </a:solidFill>
                <a:latin typeface="+mj-ea"/>
                <a:ea typeface="+mj-ea"/>
              </a:rPr>
              <a:t>PHARMCUBE ALL RIGHTS RESERVED 2026</a:t>
            </a:r>
          </a:p>
        </p:txBody>
      </p:sp>
      <p:grpSp>
        <p:nvGrpSpPr>
          <p:cNvPr id="9" name="组合 8">
            <a:extLst>
              <a:ext uri="{FF2B5EF4-FFF2-40B4-BE49-F238E27FC236}">
                <a16:creationId xmlns:a16="http://schemas.microsoft.com/office/drawing/2014/main" id="{D9E33EAC-FA5E-46C6-7553-CFA89D21C693}"/>
              </a:ext>
            </a:extLst>
          </p:cNvPr>
          <p:cNvGrpSpPr/>
          <p:nvPr/>
        </p:nvGrpSpPr>
        <p:grpSpPr>
          <a:xfrm>
            <a:off x="602315" y="1337308"/>
            <a:ext cx="3653716" cy="3773706"/>
            <a:chOff x="602314" y="807919"/>
            <a:chExt cx="4833493" cy="4992228"/>
          </a:xfrm>
        </p:grpSpPr>
        <p:sp>
          <p:nvSpPr>
            <p:cNvPr id="5" name="圆角矩形 4">
              <a:extLst>
                <a:ext uri="{FF2B5EF4-FFF2-40B4-BE49-F238E27FC236}">
                  <a16:creationId xmlns:a16="http://schemas.microsoft.com/office/drawing/2014/main" id="{7E19036F-16EC-5B6B-2B92-0274D988678F}"/>
                </a:ext>
              </a:extLst>
            </p:cNvPr>
            <p:cNvSpPr/>
            <p:nvPr userDrawn="1"/>
          </p:nvSpPr>
          <p:spPr>
            <a:xfrm>
              <a:off x="972786" y="807919"/>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圆角矩形 5">
              <a:extLst>
                <a:ext uri="{FF2B5EF4-FFF2-40B4-BE49-F238E27FC236}">
                  <a16:creationId xmlns:a16="http://schemas.microsoft.com/office/drawing/2014/main" id="{E2CF429B-B16E-742E-FC72-ACFA41AC017D}"/>
                </a:ext>
              </a:extLst>
            </p:cNvPr>
            <p:cNvSpPr/>
            <p:nvPr userDrawn="1"/>
          </p:nvSpPr>
          <p:spPr>
            <a:xfrm>
              <a:off x="1501433" y="1404282"/>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3D1A19F4-DE2E-DC78-04C0-15DAFAF145DE}"/>
                </a:ext>
              </a:extLst>
            </p:cNvPr>
            <p:cNvSpPr/>
            <p:nvPr userDrawn="1"/>
          </p:nvSpPr>
          <p:spPr>
            <a:xfrm>
              <a:off x="602314" y="1865773"/>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5" name="图片 14">
            <a:extLst>
              <a:ext uri="{FF2B5EF4-FFF2-40B4-BE49-F238E27FC236}">
                <a16:creationId xmlns:a16="http://schemas.microsoft.com/office/drawing/2014/main" id="{49F6BFA9-5F53-ADC2-C68E-E06FE5060B8F}"/>
              </a:ext>
            </a:extLst>
          </p:cNvPr>
          <p:cNvPicPr>
            <a:picLocks noChangeAspect="1"/>
          </p:cNvPicPr>
          <p:nvPr/>
        </p:nvPicPr>
        <p:blipFill>
          <a:blip r:embed="rId4"/>
          <a:stretch>
            <a:fillRect/>
          </a:stretch>
        </p:blipFill>
        <p:spPr>
          <a:xfrm>
            <a:off x="2089343" y="2677587"/>
            <a:ext cx="830521" cy="890271"/>
          </a:xfrm>
          <a:prstGeom prst="rect">
            <a:avLst/>
          </a:prstGeom>
        </p:spPr>
      </p:pic>
      <p:pic>
        <p:nvPicPr>
          <p:cNvPr id="4" name="图片 3">
            <a:extLst>
              <a:ext uri="{FF2B5EF4-FFF2-40B4-BE49-F238E27FC236}">
                <a16:creationId xmlns:a16="http://schemas.microsoft.com/office/drawing/2014/main" id="{ABED58A4-4132-F179-29E8-77470644D72C}"/>
              </a:ext>
            </a:extLst>
          </p:cNvPr>
          <p:cNvPicPr>
            <a:picLocks noChangeAspect="1"/>
          </p:cNvPicPr>
          <p:nvPr userDrawn="1"/>
        </p:nvPicPr>
        <p:blipFill>
          <a:blip r:embed="rId5">
            <a:biLevel thresh="25000"/>
          </a:blip>
          <a:stretch>
            <a:fillRect/>
          </a:stretch>
        </p:blipFill>
        <p:spPr>
          <a:xfrm>
            <a:off x="64008" y="-24731"/>
            <a:ext cx="2103120" cy="1064543"/>
          </a:xfrm>
          <a:prstGeom prst="rect">
            <a:avLst/>
          </a:prstGeom>
        </p:spPr>
      </p:pic>
    </p:spTree>
    <p:extLst>
      <p:ext uri="{BB962C8B-B14F-4D97-AF65-F5344CB8AC3E}">
        <p14:creationId xmlns:p14="http://schemas.microsoft.com/office/powerpoint/2010/main" val="3271280498"/>
      </p:ext>
    </p:extLst>
  </p:cSld>
  <p:clrMapOvr>
    <a:overrideClrMapping bg1="lt1" tx1="dk1" bg2="lt2" tx2="dk2" accent1="accent1" accent2="accent2" accent3="accent3" accent4="accent4" accent5="accent5" accent6="accent6" hlink="hlink" folHlink="folHlink"/>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空白-Dark">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1425F7F-DF87-5E45-1D7D-244A40E1F028}"/>
              </a:ext>
            </a:extLst>
          </p:cNvPr>
          <p:cNvSpPr/>
          <p:nvPr userDrawn="1"/>
        </p:nvSpPr>
        <p:spPr>
          <a:xfrm>
            <a:off x="0" y="0"/>
            <a:ext cx="12192000" cy="6858000"/>
          </a:xfrm>
          <a:prstGeom prst="rect">
            <a:avLst/>
          </a:prstGeom>
          <a:gradFill>
            <a:gsLst>
              <a:gs pos="0">
                <a:srgbClr val="00253E"/>
              </a:gs>
              <a:gs pos="20000">
                <a:srgbClr val="002D4B"/>
              </a:gs>
              <a:gs pos="65000">
                <a:srgbClr val="002C4A"/>
              </a:gs>
              <a:gs pos="99000">
                <a:srgbClr val="002A49"/>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灯片编号占位符 4">
            <a:extLst>
              <a:ext uri="{FF2B5EF4-FFF2-40B4-BE49-F238E27FC236}">
                <a16:creationId xmlns:a16="http://schemas.microsoft.com/office/drawing/2014/main" id="{28D84ABE-B4E2-A0CC-F7E2-6F342A7D7401}"/>
              </a:ext>
            </a:extLst>
          </p:cNvPr>
          <p:cNvSpPr txBox="1">
            <a:spLocks/>
          </p:cNvSpPr>
          <p:nvPr/>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
        <p:nvSpPr>
          <p:cNvPr id="10" name="TextBox 10">
            <a:extLst>
              <a:ext uri="{FF2B5EF4-FFF2-40B4-BE49-F238E27FC236}">
                <a16:creationId xmlns:a16="http://schemas.microsoft.com/office/drawing/2014/main" id="{07323BBE-BE61-8A1C-8E71-E456994D8947}"/>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solidFill>
                <a:latin typeface="+mj-ea"/>
                <a:ea typeface="+mn-ea"/>
                <a:cs typeface="+mn-cs"/>
              </a:rPr>
              <a:t>Copyright © PHARMCUBE ALL RIGHTS RESERVED 2026</a:t>
            </a:r>
          </a:p>
        </p:txBody>
      </p:sp>
      <p:sp>
        <p:nvSpPr>
          <p:cNvPr id="6" name="灯片编号占位符 4">
            <a:extLst>
              <a:ext uri="{FF2B5EF4-FFF2-40B4-BE49-F238E27FC236}">
                <a16:creationId xmlns:a16="http://schemas.microsoft.com/office/drawing/2014/main" id="{C0B75C80-F966-5A9D-9EF6-21E94629CF8A}"/>
              </a:ext>
            </a:extLst>
          </p:cNvPr>
          <p:cNvSpPr txBox="1">
            <a:spLocks/>
          </p:cNvSpPr>
          <p:nvPr userDrawn="1"/>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pic>
        <p:nvPicPr>
          <p:cNvPr id="12" name="图片 11">
            <a:extLst>
              <a:ext uri="{FF2B5EF4-FFF2-40B4-BE49-F238E27FC236}">
                <a16:creationId xmlns:a16="http://schemas.microsoft.com/office/drawing/2014/main" id="{562DC76B-A559-4613-14B8-56A2A3377EA8}"/>
              </a:ext>
            </a:extLst>
          </p:cNvPr>
          <p:cNvPicPr>
            <a:picLocks noChangeAspect="1"/>
          </p:cNvPicPr>
          <p:nvPr userDrawn="1"/>
        </p:nvPicPr>
        <p:blipFill>
          <a:blip r:embed="rId2">
            <a:biLevel thresh="25000"/>
          </a:blip>
          <a:stretch>
            <a:fillRect/>
          </a:stretch>
        </p:blipFill>
        <p:spPr>
          <a:xfrm>
            <a:off x="10636750" y="21401"/>
            <a:ext cx="1508183" cy="763402"/>
          </a:xfrm>
          <a:prstGeom prst="rect">
            <a:avLst/>
          </a:prstGeom>
        </p:spPr>
      </p:pic>
    </p:spTree>
    <p:extLst>
      <p:ext uri="{BB962C8B-B14F-4D97-AF65-F5344CB8AC3E}">
        <p14:creationId xmlns:p14="http://schemas.microsoft.com/office/powerpoint/2010/main" val="2859661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仅标题页">
    <p:bg>
      <p:bgRef idx="1001">
        <a:schemeClr val="bg1"/>
      </p:bgRef>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2656E6E-C314-3245-97D9-11AE80247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7" name="直线连接符 6">
            <a:extLst>
              <a:ext uri="{FF2B5EF4-FFF2-40B4-BE49-F238E27FC236}">
                <a16:creationId xmlns:a16="http://schemas.microsoft.com/office/drawing/2014/main" id="{ECF368CD-6D5B-F343-9C31-D65148EA4B9B}"/>
              </a:ext>
            </a:extLst>
          </p:cNvPr>
          <p:cNvCxnSpPr>
            <a:cxnSpLocks/>
          </p:cNvCxnSpPr>
          <p:nvPr/>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BC3A284C-AD01-164F-ACC8-59D779B196EA}"/>
              </a:ext>
            </a:extLst>
          </p:cNvPr>
          <p:cNvCxnSpPr>
            <a:cxnSpLocks/>
          </p:cNvCxnSpPr>
          <p:nvPr/>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5CD15BD8-5A39-2DA6-63DE-3DBBBFAF4AC5}"/>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kern="600" dirty="0">
                <a:solidFill>
                  <a:schemeClr val="bg1">
                    <a:lumMod val="65000"/>
                  </a:schemeClr>
                </a:solidFill>
                <a:latin typeface="+mj-ea"/>
                <a:ea typeface="+mj-ea"/>
              </a:rPr>
              <a:t>Copyright © </a:t>
            </a:r>
            <a:r>
              <a:rPr lang="en-US" altLang="zh-CN" sz="700" b="0" kern="600" dirty="0">
                <a:solidFill>
                  <a:schemeClr val="bg1">
                    <a:lumMod val="65000"/>
                  </a:schemeClr>
                </a:solidFill>
                <a:latin typeface="+mj-ea"/>
                <a:ea typeface="+mj-ea"/>
              </a:rPr>
              <a:t>PHARMCUBE ALL RIGHTS RESERVED 2026</a:t>
            </a:r>
          </a:p>
        </p:txBody>
      </p:sp>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5" name="单圆角矩形 4">
            <a:extLst>
              <a:ext uri="{FF2B5EF4-FFF2-40B4-BE49-F238E27FC236}">
                <a16:creationId xmlns:a16="http://schemas.microsoft.com/office/drawing/2014/main" id="{508E4BCB-FAF6-ED99-50B6-5B2BA5D923C3}"/>
              </a:ext>
            </a:extLst>
          </p:cNvPr>
          <p:cNvSpPr/>
          <p:nvPr/>
        </p:nvSpPr>
        <p:spPr>
          <a:xfrm>
            <a:off x="0" y="0"/>
            <a:ext cx="3993263" cy="6858000"/>
          </a:xfrm>
          <a:prstGeom prst="round1Rect">
            <a:avLst>
              <a:gd name="adj" fmla="val 27392"/>
            </a:avLst>
          </a:prstGeom>
          <a:gradFill>
            <a:gsLst>
              <a:gs pos="0">
                <a:srgbClr val="00253E"/>
              </a:gs>
              <a:gs pos="20000">
                <a:srgbClr val="002D4B"/>
              </a:gs>
              <a:gs pos="65000">
                <a:srgbClr val="002C4A"/>
              </a:gs>
              <a:gs pos="99000">
                <a:srgbClr val="002A49"/>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标题 1">
            <a:extLst>
              <a:ext uri="{FF2B5EF4-FFF2-40B4-BE49-F238E27FC236}">
                <a16:creationId xmlns:a16="http://schemas.microsoft.com/office/drawing/2014/main" id="{ED35EEEF-05A9-2831-85DB-2884686E4256}"/>
              </a:ext>
            </a:extLst>
          </p:cNvPr>
          <p:cNvSpPr>
            <a:spLocks noGrp="1"/>
          </p:cNvSpPr>
          <p:nvPr>
            <p:ph type="title" hasCustomPrompt="1"/>
          </p:nvPr>
        </p:nvSpPr>
        <p:spPr>
          <a:xfrm>
            <a:off x="394637" y="784803"/>
            <a:ext cx="3203988" cy="1068823"/>
          </a:xfrm>
        </p:spPr>
        <p:txBody>
          <a:bodyPr anchor="ctr">
            <a:normAutofit/>
          </a:bodyPr>
          <a:lstStyle>
            <a:lvl1pPr algn="l">
              <a:defRPr sz="2800" b="1">
                <a:solidFill>
                  <a:schemeClr val="bg1"/>
                </a:solidFill>
                <a:latin typeface="+mj-ea"/>
                <a:ea typeface="+mj-ea"/>
              </a:defRPr>
            </a:lvl1pPr>
          </a:lstStyle>
          <a:p>
            <a:r>
              <a:rPr lang="en-US" dirty="0"/>
              <a:t>Click to edit master title style</a:t>
            </a:r>
            <a:endParaRPr lang="zh-CN" altLang="en-US" dirty="0"/>
          </a:p>
        </p:txBody>
      </p:sp>
      <p:grpSp>
        <p:nvGrpSpPr>
          <p:cNvPr id="16" name="组合 15">
            <a:extLst>
              <a:ext uri="{FF2B5EF4-FFF2-40B4-BE49-F238E27FC236}">
                <a16:creationId xmlns:a16="http://schemas.microsoft.com/office/drawing/2014/main" id="{960BBF39-1EAD-43BB-E777-79C27FA058AE}"/>
              </a:ext>
            </a:extLst>
          </p:cNvPr>
          <p:cNvGrpSpPr/>
          <p:nvPr/>
        </p:nvGrpSpPr>
        <p:grpSpPr>
          <a:xfrm>
            <a:off x="2088501" y="2491777"/>
            <a:ext cx="4007499" cy="3981940"/>
            <a:chOff x="2088501" y="2491777"/>
            <a:chExt cx="4007499" cy="3981940"/>
          </a:xfrm>
        </p:grpSpPr>
        <p:grpSp>
          <p:nvGrpSpPr>
            <p:cNvPr id="11" name="组合 10">
              <a:extLst>
                <a:ext uri="{FF2B5EF4-FFF2-40B4-BE49-F238E27FC236}">
                  <a16:creationId xmlns:a16="http://schemas.microsoft.com/office/drawing/2014/main" id="{D200BD89-A7FC-7267-8740-9815903B52B5}"/>
                </a:ext>
              </a:extLst>
            </p:cNvPr>
            <p:cNvGrpSpPr/>
            <p:nvPr userDrawn="1"/>
          </p:nvGrpSpPr>
          <p:grpSpPr>
            <a:xfrm>
              <a:off x="2088501" y="2539085"/>
              <a:ext cx="3809524" cy="3934632"/>
              <a:chOff x="602314" y="807919"/>
              <a:chExt cx="4833493" cy="4992228"/>
            </a:xfrm>
          </p:grpSpPr>
          <p:sp>
            <p:nvSpPr>
              <p:cNvPr id="12" name="圆角矩形 11">
                <a:extLst>
                  <a:ext uri="{FF2B5EF4-FFF2-40B4-BE49-F238E27FC236}">
                    <a16:creationId xmlns:a16="http://schemas.microsoft.com/office/drawing/2014/main" id="{701C1F72-F94A-C442-12E1-C1BCCBE4A707}"/>
                  </a:ext>
                </a:extLst>
              </p:cNvPr>
              <p:cNvSpPr/>
              <p:nvPr userDrawn="1"/>
            </p:nvSpPr>
            <p:spPr>
              <a:xfrm>
                <a:off x="972786" y="807919"/>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F39F5405-9ADC-7D1D-A95A-DEF235A1FE66}"/>
                  </a:ext>
                </a:extLst>
              </p:cNvPr>
              <p:cNvSpPr/>
              <p:nvPr userDrawn="1"/>
            </p:nvSpPr>
            <p:spPr>
              <a:xfrm>
                <a:off x="1501433" y="1404282"/>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圆角矩形 13">
                <a:extLst>
                  <a:ext uri="{FF2B5EF4-FFF2-40B4-BE49-F238E27FC236}">
                    <a16:creationId xmlns:a16="http://schemas.microsoft.com/office/drawing/2014/main" id="{2A5C417E-EA5E-E151-9BA8-0FD6C36BA55E}"/>
                  </a:ext>
                </a:extLst>
              </p:cNvPr>
              <p:cNvSpPr/>
              <p:nvPr userDrawn="1"/>
            </p:nvSpPr>
            <p:spPr>
              <a:xfrm>
                <a:off x="602314" y="1865773"/>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5" name="矩形 14">
              <a:extLst>
                <a:ext uri="{FF2B5EF4-FFF2-40B4-BE49-F238E27FC236}">
                  <a16:creationId xmlns:a16="http://schemas.microsoft.com/office/drawing/2014/main" id="{5D09C2EE-56AA-22F6-D96F-1DC9770A0555}"/>
                </a:ext>
              </a:extLst>
            </p:cNvPr>
            <p:cNvSpPr/>
            <p:nvPr userDrawn="1"/>
          </p:nvSpPr>
          <p:spPr>
            <a:xfrm>
              <a:off x="3993263" y="2491777"/>
              <a:ext cx="2102737" cy="3981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a:extLst>
              <a:ext uri="{FF2B5EF4-FFF2-40B4-BE49-F238E27FC236}">
                <a16:creationId xmlns:a16="http://schemas.microsoft.com/office/drawing/2014/main" id="{2B7DBF58-8DA8-570B-E8E5-0658933E4A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3" name="图片 2">
            <a:extLst>
              <a:ext uri="{FF2B5EF4-FFF2-40B4-BE49-F238E27FC236}">
                <a16:creationId xmlns:a16="http://schemas.microsoft.com/office/drawing/2014/main" id="{F2383401-E8A1-1A74-C488-24555972CE7E}"/>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20506043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仅标题页">
    <p:bg>
      <p:bgRef idx="1001">
        <a:schemeClr val="bg1"/>
      </p:bgRef>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5CD15BD8-5A39-2DA6-63DE-3DBBBFAF4AC5}"/>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lumMod val="65000"/>
                  </a:schemeClr>
                </a:solidFill>
                <a:latin typeface="+mj-ea"/>
                <a:ea typeface="+mn-ea"/>
                <a:cs typeface="+mn-cs"/>
              </a:rPr>
              <a:t>Copyright © PHARMCUBE ALL RIGHTS RESERVED 2026</a:t>
            </a:r>
          </a:p>
        </p:txBody>
      </p:sp>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5" name="单圆角矩形 4">
            <a:extLst>
              <a:ext uri="{FF2B5EF4-FFF2-40B4-BE49-F238E27FC236}">
                <a16:creationId xmlns:a16="http://schemas.microsoft.com/office/drawing/2014/main" id="{508E4BCB-FAF6-ED99-50B6-5B2BA5D923C3}"/>
              </a:ext>
            </a:extLst>
          </p:cNvPr>
          <p:cNvSpPr/>
          <p:nvPr/>
        </p:nvSpPr>
        <p:spPr>
          <a:xfrm>
            <a:off x="0" y="0"/>
            <a:ext cx="3993263" cy="6858000"/>
          </a:xfrm>
          <a:prstGeom prst="round1Rect">
            <a:avLst>
              <a:gd name="adj" fmla="val 27392"/>
            </a:avLst>
          </a:prstGeom>
          <a:gradFill flip="none" rotWithShape="1">
            <a:gsLst>
              <a:gs pos="0">
                <a:srgbClr val="00253E"/>
              </a:gs>
              <a:gs pos="54000">
                <a:schemeClr val="accent2"/>
              </a:gs>
              <a:gs pos="98000">
                <a:schemeClr val="accent5">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dirty="0"/>
          </a:p>
        </p:txBody>
      </p:sp>
      <p:sp>
        <p:nvSpPr>
          <p:cNvPr id="8" name="标题 1">
            <a:extLst>
              <a:ext uri="{FF2B5EF4-FFF2-40B4-BE49-F238E27FC236}">
                <a16:creationId xmlns:a16="http://schemas.microsoft.com/office/drawing/2014/main" id="{ED35EEEF-05A9-2831-85DB-2884686E4256}"/>
              </a:ext>
            </a:extLst>
          </p:cNvPr>
          <p:cNvSpPr>
            <a:spLocks noGrp="1"/>
          </p:cNvSpPr>
          <p:nvPr>
            <p:ph type="title" hasCustomPrompt="1"/>
          </p:nvPr>
        </p:nvSpPr>
        <p:spPr>
          <a:xfrm>
            <a:off x="394637" y="784803"/>
            <a:ext cx="3203988" cy="1068823"/>
          </a:xfrm>
        </p:spPr>
        <p:txBody>
          <a:bodyPr anchor="ctr">
            <a:normAutofit/>
          </a:bodyPr>
          <a:lstStyle>
            <a:lvl1pPr algn="l">
              <a:defRPr sz="2800" b="1">
                <a:solidFill>
                  <a:schemeClr val="bg1"/>
                </a:solidFill>
                <a:latin typeface="+mj-ea"/>
                <a:ea typeface="+mj-ea"/>
              </a:defRPr>
            </a:lvl1pPr>
          </a:lstStyle>
          <a:p>
            <a:r>
              <a:rPr lang="en-US" dirty="0"/>
              <a:t>Click to edit master title style</a:t>
            </a:r>
            <a:endParaRPr lang="zh-CN" altLang="en-US" dirty="0"/>
          </a:p>
        </p:txBody>
      </p:sp>
      <p:grpSp>
        <p:nvGrpSpPr>
          <p:cNvPr id="11" name="组合 10">
            <a:extLst>
              <a:ext uri="{FF2B5EF4-FFF2-40B4-BE49-F238E27FC236}">
                <a16:creationId xmlns:a16="http://schemas.microsoft.com/office/drawing/2014/main" id="{49350BB5-DD02-0972-6344-7B481037D223}"/>
              </a:ext>
            </a:extLst>
          </p:cNvPr>
          <p:cNvGrpSpPr/>
          <p:nvPr/>
        </p:nvGrpSpPr>
        <p:grpSpPr>
          <a:xfrm>
            <a:off x="2088501" y="2491777"/>
            <a:ext cx="4007499" cy="3981940"/>
            <a:chOff x="2088501" y="2491777"/>
            <a:chExt cx="4007499" cy="3981940"/>
          </a:xfrm>
        </p:grpSpPr>
        <p:grpSp>
          <p:nvGrpSpPr>
            <p:cNvPr id="12" name="组合 11">
              <a:extLst>
                <a:ext uri="{FF2B5EF4-FFF2-40B4-BE49-F238E27FC236}">
                  <a16:creationId xmlns:a16="http://schemas.microsoft.com/office/drawing/2014/main" id="{C54B4630-A42A-408A-C057-F97C7ABD1CCC}"/>
                </a:ext>
              </a:extLst>
            </p:cNvPr>
            <p:cNvGrpSpPr/>
            <p:nvPr userDrawn="1"/>
          </p:nvGrpSpPr>
          <p:grpSpPr>
            <a:xfrm>
              <a:off x="2088501" y="2539085"/>
              <a:ext cx="3809524" cy="3934632"/>
              <a:chOff x="602314" y="807919"/>
              <a:chExt cx="4833493" cy="4992228"/>
            </a:xfrm>
          </p:grpSpPr>
          <p:sp>
            <p:nvSpPr>
              <p:cNvPr id="14" name="圆角矩形 13">
                <a:extLst>
                  <a:ext uri="{FF2B5EF4-FFF2-40B4-BE49-F238E27FC236}">
                    <a16:creationId xmlns:a16="http://schemas.microsoft.com/office/drawing/2014/main" id="{48CE8BF8-7A3F-9D40-AE59-1E566E37800F}"/>
                  </a:ext>
                </a:extLst>
              </p:cNvPr>
              <p:cNvSpPr/>
              <p:nvPr userDrawn="1"/>
            </p:nvSpPr>
            <p:spPr>
              <a:xfrm>
                <a:off x="972786" y="807919"/>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822252EC-BBF6-F805-90FD-A2280DDE9E73}"/>
                  </a:ext>
                </a:extLst>
              </p:cNvPr>
              <p:cNvSpPr/>
              <p:nvPr userDrawn="1"/>
            </p:nvSpPr>
            <p:spPr>
              <a:xfrm>
                <a:off x="1501433" y="1404282"/>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B948BE45-0989-FEC8-0D56-19869C7192BD}"/>
                  </a:ext>
                </a:extLst>
              </p:cNvPr>
              <p:cNvSpPr/>
              <p:nvPr userDrawn="1"/>
            </p:nvSpPr>
            <p:spPr>
              <a:xfrm>
                <a:off x="602314" y="1865773"/>
                <a:ext cx="3934374" cy="3934374"/>
              </a:xfrm>
              <a:prstGeom prst="roundRect">
                <a:avLst>
                  <a:gd name="adj" fmla="val 11045"/>
                </a:avLst>
              </a:prstGeom>
              <a:solidFill>
                <a:schemeClr val="accent4">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矩形 12">
              <a:extLst>
                <a:ext uri="{FF2B5EF4-FFF2-40B4-BE49-F238E27FC236}">
                  <a16:creationId xmlns:a16="http://schemas.microsoft.com/office/drawing/2014/main" id="{F1BAFA6E-EC42-9ADC-AD2B-B969B7EE5ED0}"/>
                </a:ext>
              </a:extLst>
            </p:cNvPr>
            <p:cNvSpPr/>
            <p:nvPr userDrawn="1"/>
          </p:nvSpPr>
          <p:spPr>
            <a:xfrm>
              <a:off x="3993263" y="2491777"/>
              <a:ext cx="2102737" cy="3981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a:extLst>
              <a:ext uri="{FF2B5EF4-FFF2-40B4-BE49-F238E27FC236}">
                <a16:creationId xmlns:a16="http://schemas.microsoft.com/office/drawing/2014/main" id="{494AB794-72B3-BDE0-99DB-EA96F0501E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22" name="图片 21">
            <a:extLst>
              <a:ext uri="{FF2B5EF4-FFF2-40B4-BE49-F238E27FC236}">
                <a16:creationId xmlns:a16="http://schemas.microsoft.com/office/drawing/2014/main" id="{24E3FBFE-FFF4-B1DC-AEC9-20DF53EDE5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23" name="直线连接符 22">
            <a:extLst>
              <a:ext uri="{FF2B5EF4-FFF2-40B4-BE49-F238E27FC236}">
                <a16:creationId xmlns:a16="http://schemas.microsoft.com/office/drawing/2014/main" id="{CD0B6944-9252-6A75-D2FB-28D7E9416E76}"/>
              </a:ext>
            </a:extLst>
          </p:cNvPr>
          <p:cNvCxnSpPr>
            <a:cxnSpLocks/>
          </p:cNvCxnSpPr>
          <p:nvPr userDrawn="1"/>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68733495-44FC-96F9-4B7F-7AF0A707C390}"/>
              </a:ext>
            </a:extLst>
          </p:cNvPr>
          <p:cNvCxnSpPr>
            <a:cxnSpLocks/>
          </p:cNvCxnSpPr>
          <p:nvPr userDrawn="1"/>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FEF6914B-DB9D-DB16-9793-77F4DDFDEC83}"/>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86498940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_仅标题页">
    <p:bg>
      <p:bgRef idx="1001">
        <a:schemeClr val="bg1"/>
      </p:bgRef>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5CD15BD8-5A39-2DA6-63DE-3DBBBFAF4AC5}"/>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lumMod val="65000"/>
                  </a:schemeClr>
                </a:solidFill>
                <a:latin typeface="+mj-ea"/>
                <a:ea typeface="+mn-ea"/>
                <a:cs typeface="+mn-cs"/>
              </a:rPr>
              <a:t>Copyright © PHARMCUBE ALL RIGHTS RESERVED 2026</a:t>
            </a:r>
          </a:p>
        </p:txBody>
      </p:sp>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5" name="单圆角矩形 4">
            <a:extLst>
              <a:ext uri="{FF2B5EF4-FFF2-40B4-BE49-F238E27FC236}">
                <a16:creationId xmlns:a16="http://schemas.microsoft.com/office/drawing/2014/main" id="{508E4BCB-FAF6-ED99-50B6-5B2BA5D923C3}"/>
              </a:ext>
            </a:extLst>
          </p:cNvPr>
          <p:cNvSpPr/>
          <p:nvPr/>
        </p:nvSpPr>
        <p:spPr>
          <a:xfrm>
            <a:off x="0" y="0"/>
            <a:ext cx="3993263" cy="6858000"/>
          </a:xfrm>
          <a:prstGeom prst="round1Rect">
            <a:avLst>
              <a:gd name="adj" fmla="val 27392"/>
            </a:avLst>
          </a:prstGeom>
          <a:gradFill flip="none" rotWithShape="1">
            <a:gsLst>
              <a:gs pos="0">
                <a:srgbClr val="00253E"/>
              </a:gs>
              <a:gs pos="20000">
                <a:srgbClr val="002D4B"/>
              </a:gs>
              <a:gs pos="65000">
                <a:srgbClr val="4E4580"/>
              </a:gs>
              <a:gs pos="99000">
                <a:srgbClr val="6F557A"/>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标题 1">
            <a:extLst>
              <a:ext uri="{FF2B5EF4-FFF2-40B4-BE49-F238E27FC236}">
                <a16:creationId xmlns:a16="http://schemas.microsoft.com/office/drawing/2014/main" id="{ED35EEEF-05A9-2831-85DB-2884686E4256}"/>
              </a:ext>
            </a:extLst>
          </p:cNvPr>
          <p:cNvSpPr>
            <a:spLocks noGrp="1"/>
          </p:cNvSpPr>
          <p:nvPr>
            <p:ph type="title" hasCustomPrompt="1"/>
          </p:nvPr>
        </p:nvSpPr>
        <p:spPr>
          <a:xfrm>
            <a:off x="394637" y="784803"/>
            <a:ext cx="3203988" cy="1068823"/>
          </a:xfrm>
        </p:spPr>
        <p:txBody>
          <a:bodyPr anchor="ctr">
            <a:normAutofit/>
          </a:bodyPr>
          <a:lstStyle>
            <a:lvl1pPr algn="l">
              <a:defRPr sz="2800" b="1">
                <a:solidFill>
                  <a:schemeClr val="bg1"/>
                </a:solidFill>
                <a:latin typeface="+mj-ea"/>
                <a:ea typeface="+mj-ea"/>
              </a:defRPr>
            </a:lvl1pPr>
          </a:lstStyle>
          <a:p>
            <a:r>
              <a:rPr lang="en-US" dirty="0"/>
              <a:t>Click to edit master title style</a:t>
            </a:r>
            <a:endParaRPr lang="zh-CN" altLang="en-US" dirty="0"/>
          </a:p>
        </p:txBody>
      </p:sp>
      <p:grpSp>
        <p:nvGrpSpPr>
          <p:cNvPr id="11" name="组合 10">
            <a:extLst>
              <a:ext uri="{FF2B5EF4-FFF2-40B4-BE49-F238E27FC236}">
                <a16:creationId xmlns:a16="http://schemas.microsoft.com/office/drawing/2014/main" id="{AE6FB89E-1DB8-8666-7524-5492A42EE6E0}"/>
              </a:ext>
            </a:extLst>
          </p:cNvPr>
          <p:cNvGrpSpPr/>
          <p:nvPr/>
        </p:nvGrpSpPr>
        <p:grpSpPr>
          <a:xfrm>
            <a:off x="2088501" y="2491777"/>
            <a:ext cx="4007499" cy="3981940"/>
            <a:chOff x="2088501" y="2491777"/>
            <a:chExt cx="4007499" cy="3981940"/>
          </a:xfrm>
        </p:grpSpPr>
        <p:grpSp>
          <p:nvGrpSpPr>
            <p:cNvPr id="12" name="组合 11">
              <a:extLst>
                <a:ext uri="{FF2B5EF4-FFF2-40B4-BE49-F238E27FC236}">
                  <a16:creationId xmlns:a16="http://schemas.microsoft.com/office/drawing/2014/main" id="{E9B89564-4ADB-A0B7-8489-933054621FDB}"/>
                </a:ext>
              </a:extLst>
            </p:cNvPr>
            <p:cNvGrpSpPr/>
            <p:nvPr userDrawn="1"/>
          </p:nvGrpSpPr>
          <p:grpSpPr>
            <a:xfrm>
              <a:off x="2088501" y="2539085"/>
              <a:ext cx="3809524" cy="3934632"/>
              <a:chOff x="602314" y="807919"/>
              <a:chExt cx="4833493" cy="4992228"/>
            </a:xfrm>
          </p:grpSpPr>
          <p:sp>
            <p:nvSpPr>
              <p:cNvPr id="14" name="圆角矩形 13">
                <a:extLst>
                  <a:ext uri="{FF2B5EF4-FFF2-40B4-BE49-F238E27FC236}">
                    <a16:creationId xmlns:a16="http://schemas.microsoft.com/office/drawing/2014/main" id="{1DB82DB0-2EE0-6BFE-6383-4253530DA116}"/>
                  </a:ext>
                </a:extLst>
              </p:cNvPr>
              <p:cNvSpPr/>
              <p:nvPr userDrawn="1"/>
            </p:nvSpPr>
            <p:spPr>
              <a:xfrm>
                <a:off x="972786" y="807919"/>
                <a:ext cx="3934374" cy="3934374"/>
              </a:xfrm>
              <a:prstGeom prst="roundRect">
                <a:avLst>
                  <a:gd name="adj" fmla="val 11045"/>
                </a:avLst>
              </a:prstGeom>
              <a:solidFill>
                <a:schemeClr val="bg1">
                  <a:alpha val="984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794276A9-C403-B6B0-1C33-74F19A6EED07}"/>
                  </a:ext>
                </a:extLst>
              </p:cNvPr>
              <p:cNvSpPr/>
              <p:nvPr userDrawn="1"/>
            </p:nvSpPr>
            <p:spPr>
              <a:xfrm>
                <a:off x="1501433" y="1404282"/>
                <a:ext cx="3934374" cy="3934374"/>
              </a:xfrm>
              <a:prstGeom prst="roundRect">
                <a:avLst>
                  <a:gd name="adj" fmla="val 11045"/>
                </a:avLst>
              </a:prstGeom>
              <a:solidFill>
                <a:schemeClr val="bg1">
                  <a:alpha val="984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941AEE84-5857-089D-B3B6-C68E6BCE232D}"/>
                  </a:ext>
                </a:extLst>
              </p:cNvPr>
              <p:cNvSpPr/>
              <p:nvPr userDrawn="1"/>
            </p:nvSpPr>
            <p:spPr>
              <a:xfrm>
                <a:off x="602314" y="1865773"/>
                <a:ext cx="3934374" cy="3934374"/>
              </a:xfrm>
              <a:prstGeom prst="roundRect">
                <a:avLst>
                  <a:gd name="adj" fmla="val 11045"/>
                </a:avLst>
              </a:prstGeom>
              <a:solidFill>
                <a:schemeClr val="bg1">
                  <a:alpha val="984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矩形 12">
              <a:extLst>
                <a:ext uri="{FF2B5EF4-FFF2-40B4-BE49-F238E27FC236}">
                  <a16:creationId xmlns:a16="http://schemas.microsoft.com/office/drawing/2014/main" id="{8828382F-E896-A118-55C1-85CF78ECCD14}"/>
                </a:ext>
              </a:extLst>
            </p:cNvPr>
            <p:cNvSpPr/>
            <p:nvPr userDrawn="1"/>
          </p:nvSpPr>
          <p:spPr>
            <a:xfrm>
              <a:off x="3993263" y="2491777"/>
              <a:ext cx="2102737" cy="3981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a:extLst>
              <a:ext uri="{FF2B5EF4-FFF2-40B4-BE49-F238E27FC236}">
                <a16:creationId xmlns:a16="http://schemas.microsoft.com/office/drawing/2014/main" id="{32A1A131-AF26-97FF-CC92-4833F4A17F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21" name="图片 20">
            <a:extLst>
              <a:ext uri="{FF2B5EF4-FFF2-40B4-BE49-F238E27FC236}">
                <a16:creationId xmlns:a16="http://schemas.microsoft.com/office/drawing/2014/main" id="{A28D1058-29B6-2F1E-B3A4-F5E33224492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22" name="直线连接符 21">
            <a:extLst>
              <a:ext uri="{FF2B5EF4-FFF2-40B4-BE49-F238E27FC236}">
                <a16:creationId xmlns:a16="http://schemas.microsoft.com/office/drawing/2014/main" id="{A48C454E-E6DE-09CB-8D42-486BBC0E1231}"/>
              </a:ext>
            </a:extLst>
          </p:cNvPr>
          <p:cNvCxnSpPr>
            <a:cxnSpLocks/>
          </p:cNvCxnSpPr>
          <p:nvPr userDrawn="1"/>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387B95FF-C1F9-9AC2-AA77-9DB2B9BB5B76}"/>
              </a:ext>
            </a:extLst>
          </p:cNvPr>
          <p:cNvCxnSpPr>
            <a:cxnSpLocks/>
          </p:cNvCxnSpPr>
          <p:nvPr userDrawn="1"/>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BFBD67A5-7296-BB6E-E590-E771216D1160}"/>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14221292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左右对比">
    <p:bg>
      <p:bgRef idx="1001">
        <a:schemeClr val="bg1"/>
      </p:bgRef>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5" name="矩形 4">
            <a:extLst>
              <a:ext uri="{FF2B5EF4-FFF2-40B4-BE49-F238E27FC236}">
                <a16:creationId xmlns:a16="http://schemas.microsoft.com/office/drawing/2014/main" id="{CCAC835A-7E2E-1360-A4BF-4235CD0757F9}"/>
              </a:ext>
            </a:extLst>
          </p:cNvPr>
          <p:cNvSpPr/>
          <p:nvPr/>
        </p:nvSpPr>
        <p:spPr>
          <a:xfrm>
            <a:off x="0" y="0"/>
            <a:ext cx="6096000" cy="6858000"/>
          </a:xfrm>
          <a:prstGeom prst="rect">
            <a:avLst/>
          </a:prstGeom>
          <a:gradFill>
            <a:gsLst>
              <a:gs pos="0">
                <a:srgbClr val="00253E"/>
              </a:gs>
              <a:gs pos="20000">
                <a:srgbClr val="002D4B"/>
              </a:gs>
              <a:gs pos="65000">
                <a:srgbClr val="002C4A"/>
              </a:gs>
              <a:gs pos="99000">
                <a:srgbClr val="002A49"/>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TextBox 10">
            <a:extLst>
              <a:ext uri="{FF2B5EF4-FFF2-40B4-BE49-F238E27FC236}">
                <a16:creationId xmlns:a16="http://schemas.microsoft.com/office/drawing/2014/main" id="{5CD15BD8-5A39-2DA6-63DE-3DBBBFAF4AC5}"/>
              </a:ext>
            </a:extLst>
          </p:cNvPr>
          <p:cNvSpPr txBox="1"/>
          <p:nvPr/>
        </p:nvSpPr>
        <p:spPr>
          <a:xfrm>
            <a:off x="3423679"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solidFill>
                <a:latin typeface="+mj-ea"/>
                <a:ea typeface="+mn-ea"/>
                <a:cs typeface="+mn-cs"/>
              </a:rPr>
              <a:t>Copyright © PHARMCUBE ALL RIGHTS RESERVED 2026</a:t>
            </a:r>
          </a:p>
        </p:txBody>
      </p:sp>
      <p:pic>
        <p:nvPicPr>
          <p:cNvPr id="13" name="图片 12">
            <a:extLst>
              <a:ext uri="{FF2B5EF4-FFF2-40B4-BE49-F238E27FC236}">
                <a16:creationId xmlns:a16="http://schemas.microsoft.com/office/drawing/2014/main" id="{D332DD37-1BC3-EDC8-8139-B6CB5F8DF9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14" name="图片 13">
            <a:extLst>
              <a:ext uri="{FF2B5EF4-FFF2-40B4-BE49-F238E27FC236}">
                <a16:creationId xmlns:a16="http://schemas.microsoft.com/office/drawing/2014/main" id="{A8B95253-EB7C-9690-5D1A-22DCFCF9319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15" name="直线连接符 14">
            <a:extLst>
              <a:ext uri="{FF2B5EF4-FFF2-40B4-BE49-F238E27FC236}">
                <a16:creationId xmlns:a16="http://schemas.microsoft.com/office/drawing/2014/main" id="{ECFAB624-9275-055C-48D7-2C75454ACEBE}"/>
              </a:ext>
            </a:extLst>
          </p:cNvPr>
          <p:cNvCxnSpPr>
            <a:cxnSpLocks/>
          </p:cNvCxnSpPr>
          <p:nvPr userDrawn="1"/>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95624291-EB2D-DB1D-CD46-1309A14888F2}"/>
              </a:ext>
            </a:extLst>
          </p:cNvPr>
          <p:cNvCxnSpPr>
            <a:cxnSpLocks/>
          </p:cNvCxnSpPr>
          <p:nvPr userDrawn="1"/>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F223CB68-3A26-C590-CF1B-F9683E8A029D}"/>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167295727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空白-Blue">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5618D9A-180D-CB0A-841B-784B84C49323}"/>
              </a:ext>
            </a:extLst>
          </p:cNvPr>
          <p:cNvSpPr/>
          <p:nvPr/>
        </p:nvSpPr>
        <p:spPr>
          <a:xfrm>
            <a:off x="0" y="0"/>
            <a:ext cx="12192000" cy="6858000"/>
          </a:xfrm>
          <a:prstGeom prst="rect">
            <a:avLst/>
          </a:prstGeom>
          <a:gradFill flip="none" rotWithShape="1">
            <a:gsLst>
              <a:gs pos="0">
                <a:schemeClr val="accent3"/>
              </a:gs>
              <a:gs pos="99000">
                <a:schemeClr val="accent5">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灯片编号占位符 4">
            <a:extLst>
              <a:ext uri="{FF2B5EF4-FFF2-40B4-BE49-F238E27FC236}">
                <a16:creationId xmlns:a16="http://schemas.microsoft.com/office/drawing/2014/main" id="{28D84ABE-B4E2-A0CC-F7E2-6F342A7D7401}"/>
              </a:ext>
            </a:extLst>
          </p:cNvPr>
          <p:cNvSpPr txBox="1">
            <a:spLocks/>
          </p:cNvSpPr>
          <p:nvPr/>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
        <p:nvSpPr>
          <p:cNvPr id="10" name="TextBox 10">
            <a:extLst>
              <a:ext uri="{FF2B5EF4-FFF2-40B4-BE49-F238E27FC236}">
                <a16:creationId xmlns:a16="http://schemas.microsoft.com/office/drawing/2014/main" id="{D68F45BE-5503-F24D-66BE-05DAEBCB7014}"/>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solidFill>
                <a:latin typeface="+mj-ea"/>
                <a:ea typeface="+mn-ea"/>
                <a:cs typeface="+mn-cs"/>
              </a:rPr>
              <a:t>Copyright © PHARMCUBE ALL RIGHTS RESERVED 2026</a:t>
            </a:r>
          </a:p>
        </p:txBody>
      </p:sp>
      <p:sp>
        <p:nvSpPr>
          <p:cNvPr id="6" name="灯片编号占位符 4">
            <a:extLst>
              <a:ext uri="{FF2B5EF4-FFF2-40B4-BE49-F238E27FC236}">
                <a16:creationId xmlns:a16="http://schemas.microsoft.com/office/drawing/2014/main" id="{3536B016-2246-3C3F-D4DA-1E9CCD15018F}"/>
              </a:ext>
            </a:extLst>
          </p:cNvPr>
          <p:cNvSpPr txBox="1">
            <a:spLocks/>
          </p:cNvSpPr>
          <p:nvPr userDrawn="1"/>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Tree>
    <p:extLst>
      <p:ext uri="{BB962C8B-B14F-4D97-AF65-F5344CB8AC3E}">
        <p14:creationId xmlns:p14="http://schemas.microsoft.com/office/powerpoint/2010/main" val="1945425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a:xfrm>
            <a:off x="669924" y="21401"/>
            <a:ext cx="10850563" cy="1028699"/>
          </a:xfrm>
        </p:spPr>
        <p:txBody>
          <a:bodyPr/>
          <a:lstStyle>
            <a:lvl1pPr>
              <a:defRPr>
                <a:latin typeface="+mj-ea"/>
                <a:ea typeface="+mj-ea"/>
              </a:defRPr>
            </a:lvl1pPr>
          </a:lstStyle>
          <a:p>
            <a:r>
              <a:rPr lang="zh-CN" altLang="en-US"/>
              <a:t>单击此处编辑母版标题样式</a:t>
            </a:r>
            <a:endParaRPr lang="zh-CN" altLang="en-US" dirty="0"/>
          </a:p>
        </p:txBody>
      </p:sp>
      <p:sp>
        <p:nvSpPr>
          <p:cNvPr id="8" name="内容占位符 7"/>
          <p:cNvSpPr>
            <a:spLocks noGrp="1"/>
          </p:cNvSpPr>
          <p:nvPr>
            <p:ph sz="quarter" idx="13"/>
          </p:nvPr>
        </p:nvSpPr>
        <p:spPr>
          <a:xfrm>
            <a:off x="669924" y="1551008"/>
            <a:ext cx="10850563" cy="4922612"/>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pic>
        <p:nvPicPr>
          <p:cNvPr id="11" name="图片 10">
            <a:extLst>
              <a:ext uri="{FF2B5EF4-FFF2-40B4-BE49-F238E27FC236}">
                <a16:creationId xmlns:a16="http://schemas.microsoft.com/office/drawing/2014/main" id="{B18E4337-7A39-7558-57DC-2E1AFD6BD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灯片编号占位符 4">
            <a:extLst>
              <a:ext uri="{FF2B5EF4-FFF2-40B4-BE49-F238E27FC236}">
                <a16:creationId xmlns:a16="http://schemas.microsoft.com/office/drawing/2014/main" id="{CC817779-85EC-C6E9-1D49-E0590E5CF6CD}"/>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13" name="文本占位符 12">
            <a:extLst>
              <a:ext uri="{FF2B5EF4-FFF2-40B4-BE49-F238E27FC236}">
                <a16:creationId xmlns:a16="http://schemas.microsoft.com/office/drawing/2014/main" id="{BA087C09-9278-B968-144D-3BB9A55E8D89}"/>
              </a:ext>
            </a:extLst>
          </p:cNvPr>
          <p:cNvSpPr>
            <a:spLocks noGrp="1"/>
          </p:cNvSpPr>
          <p:nvPr>
            <p:ph type="body" sz="quarter" idx="14" hasCustomPrompt="1"/>
          </p:nvPr>
        </p:nvSpPr>
        <p:spPr>
          <a:xfrm>
            <a:off x="669925" y="1049338"/>
            <a:ext cx="10850564" cy="420647"/>
          </a:xfrm>
        </p:spPr>
        <p:txBody>
          <a:bodyPr anchor="ctr">
            <a:normAutofit/>
          </a:bodyPr>
          <a:lstStyle>
            <a:lvl1pPr marL="0" indent="0">
              <a:buNone/>
              <a:defRPr sz="2200">
                <a:solidFill>
                  <a:schemeClr val="bg1">
                    <a:lumMod val="65000"/>
                  </a:schemeClr>
                </a:solidFill>
              </a:defRPr>
            </a:lvl1pPr>
          </a:lstStyle>
          <a:p>
            <a:pPr lvl="0"/>
            <a:r>
              <a:rPr kumimoji="1" lang="en-US" altLang="zh-CN" dirty="0"/>
              <a:t>Subtitle</a:t>
            </a:r>
            <a:endParaRPr kumimoji="1" lang="zh-CN" altLang="en-US" dirty="0"/>
          </a:p>
        </p:txBody>
      </p:sp>
      <p:pic>
        <p:nvPicPr>
          <p:cNvPr id="3" name="图片 2">
            <a:extLst>
              <a:ext uri="{FF2B5EF4-FFF2-40B4-BE49-F238E27FC236}">
                <a16:creationId xmlns:a16="http://schemas.microsoft.com/office/drawing/2014/main" id="{FFFEB39C-349F-066A-E3B5-1E8E37FEAC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Tree>
    <p:extLst>
      <p:ext uri="{BB962C8B-B14F-4D97-AF65-F5344CB8AC3E}">
        <p14:creationId xmlns:p14="http://schemas.microsoft.com/office/powerpoint/2010/main" val="42008018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仅标题页">
    <p:bg>
      <p:bgRef idx="1001">
        <a:schemeClr val="bg1"/>
      </p:bgRef>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2656E6E-C314-3245-97D9-11AE80247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7" name="直线连接符 6">
            <a:extLst>
              <a:ext uri="{FF2B5EF4-FFF2-40B4-BE49-F238E27FC236}">
                <a16:creationId xmlns:a16="http://schemas.microsoft.com/office/drawing/2014/main" id="{ECF368CD-6D5B-F343-9C31-D65148EA4B9B}"/>
              </a:ext>
            </a:extLst>
          </p:cNvPr>
          <p:cNvCxnSpPr>
            <a:cxnSpLocks/>
          </p:cNvCxnSpPr>
          <p:nvPr/>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BC3A284C-AD01-164F-ACC8-59D779B196EA}"/>
              </a:ext>
            </a:extLst>
          </p:cNvPr>
          <p:cNvCxnSpPr>
            <a:cxnSpLocks/>
          </p:cNvCxnSpPr>
          <p:nvPr/>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5CD15BD8-5A39-2DA6-63DE-3DBBBFAF4AC5}"/>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lumMod val="65000"/>
                  </a:schemeClr>
                </a:solidFill>
                <a:latin typeface="+mj-ea"/>
                <a:ea typeface="+mn-ea"/>
                <a:cs typeface="+mn-cs"/>
              </a:rPr>
              <a:t>Copyright © PHARMCUBE ALL RIGHTS RESERVED 2026</a:t>
            </a:r>
          </a:p>
        </p:txBody>
      </p:sp>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sp>
        <p:nvSpPr>
          <p:cNvPr id="5" name="标题 5">
            <a:extLst>
              <a:ext uri="{FF2B5EF4-FFF2-40B4-BE49-F238E27FC236}">
                <a16:creationId xmlns:a16="http://schemas.microsoft.com/office/drawing/2014/main" id="{90D51103-922C-22BB-4B74-F6AD95393F80}"/>
              </a:ext>
            </a:extLst>
          </p:cNvPr>
          <p:cNvSpPr>
            <a:spLocks noGrp="1"/>
          </p:cNvSpPr>
          <p:nvPr>
            <p:ph type="title"/>
          </p:nvPr>
        </p:nvSpPr>
        <p:spPr>
          <a:xfrm>
            <a:off x="669924" y="21401"/>
            <a:ext cx="10850563" cy="1028699"/>
          </a:xfrm>
        </p:spPr>
        <p:txBody>
          <a:bodyPr/>
          <a:lstStyle>
            <a:lvl1pPr>
              <a:defRPr>
                <a:latin typeface="+mj-ea"/>
                <a:ea typeface="+mj-ea"/>
              </a:defRPr>
            </a:lvl1pPr>
          </a:lstStyle>
          <a:p>
            <a:r>
              <a:rPr lang="zh-CN" altLang="en-US"/>
              <a:t>单击此处编辑母版标题样式</a:t>
            </a:r>
            <a:endParaRPr lang="zh-CN" altLang="en-US" dirty="0"/>
          </a:p>
        </p:txBody>
      </p:sp>
      <p:sp>
        <p:nvSpPr>
          <p:cNvPr id="8" name="内容占位符 7">
            <a:extLst>
              <a:ext uri="{FF2B5EF4-FFF2-40B4-BE49-F238E27FC236}">
                <a16:creationId xmlns:a16="http://schemas.microsoft.com/office/drawing/2014/main" id="{C4640E6B-891E-F925-FD4C-AAE75CD1FFBE}"/>
              </a:ext>
            </a:extLst>
          </p:cNvPr>
          <p:cNvSpPr>
            <a:spLocks noGrp="1"/>
          </p:cNvSpPr>
          <p:nvPr>
            <p:ph sz="quarter" idx="13"/>
          </p:nvPr>
        </p:nvSpPr>
        <p:spPr>
          <a:xfrm>
            <a:off x="669924" y="1192192"/>
            <a:ext cx="10850563" cy="5281428"/>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pic>
        <p:nvPicPr>
          <p:cNvPr id="14" name="图片 13">
            <a:extLst>
              <a:ext uri="{FF2B5EF4-FFF2-40B4-BE49-F238E27FC236}">
                <a16:creationId xmlns:a16="http://schemas.microsoft.com/office/drawing/2014/main" id="{11F87692-035E-52EF-F3EC-61EEEE5D3A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11" name="图片 10">
            <a:extLst>
              <a:ext uri="{FF2B5EF4-FFF2-40B4-BE49-F238E27FC236}">
                <a16:creationId xmlns:a16="http://schemas.microsoft.com/office/drawing/2014/main" id="{E6AEA7DC-92F4-4CE9-0BA6-B531CB78CD14}"/>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239952263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仅标题页">
    <p:bg>
      <p:bgRef idx="1001">
        <a:schemeClr val="bg1"/>
      </p:bgRef>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2656E6E-C314-3245-97D9-11AE80247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7" name="直线连接符 6">
            <a:extLst>
              <a:ext uri="{FF2B5EF4-FFF2-40B4-BE49-F238E27FC236}">
                <a16:creationId xmlns:a16="http://schemas.microsoft.com/office/drawing/2014/main" id="{ECF368CD-6D5B-F343-9C31-D65148EA4B9B}"/>
              </a:ext>
            </a:extLst>
          </p:cNvPr>
          <p:cNvCxnSpPr>
            <a:cxnSpLocks/>
          </p:cNvCxnSpPr>
          <p:nvPr/>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BC3A284C-AD01-164F-ACC8-59D779B196EA}"/>
              </a:ext>
            </a:extLst>
          </p:cNvPr>
          <p:cNvCxnSpPr>
            <a:cxnSpLocks/>
          </p:cNvCxnSpPr>
          <p:nvPr/>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1F53CA53-2C6E-7AAC-84C9-A3EEB2D3B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TextBox 10">
            <a:extLst>
              <a:ext uri="{FF2B5EF4-FFF2-40B4-BE49-F238E27FC236}">
                <a16:creationId xmlns:a16="http://schemas.microsoft.com/office/drawing/2014/main" id="{5CD15BD8-5A39-2DA6-63DE-3DBBBFAF4AC5}"/>
              </a:ext>
            </a:extLst>
          </p:cNvPr>
          <p:cNvSpPr txBox="1"/>
          <p:nvPr/>
        </p:nvSpPr>
        <p:spPr>
          <a:xfrm>
            <a:off x="4812641"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lumMod val="65000"/>
                  </a:schemeClr>
                </a:solidFill>
                <a:latin typeface="+mj-ea"/>
                <a:ea typeface="+mn-ea"/>
                <a:cs typeface="+mn-cs"/>
              </a:rPr>
              <a:t>Copyright © PHARMCUBE ALL RIGHTS RESERVED 2026</a:t>
            </a:r>
          </a:p>
        </p:txBody>
      </p:sp>
      <p:sp>
        <p:nvSpPr>
          <p:cNvPr id="4" name="灯片编号占位符 4">
            <a:extLst>
              <a:ext uri="{FF2B5EF4-FFF2-40B4-BE49-F238E27FC236}">
                <a16:creationId xmlns:a16="http://schemas.microsoft.com/office/drawing/2014/main" id="{F2AA55C7-EF65-3AC9-8EDB-6E4D3EE3CE68}"/>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pic>
        <p:nvPicPr>
          <p:cNvPr id="12" name="图片 11">
            <a:extLst>
              <a:ext uri="{FF2B5EF4-FFF2-40B4-BE49-F238E27FC236}">
                <a16:creationId xmlns:a16="http://schemas.microsoft.com/office/drawing/2014/main" id="{101653A9-F925-A46D-8D87-573F142B1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3" name="图片 2">
            <a:extLst>
              <a:ext uri="{FF2B5EF4-FFF2-40B4-BE49-F238E27FC236}">
                <a16:creationId xmlns:a16="http://schemas.microsoft.com/office/drawing/2014/main" id="{D0F34E05-649F-40BF-3F3C-97768F5B3740}"/>
              </a:ext>
            </a:extLst>
          </p:cNvPr>
          <p:cNvPicPr>
            <a:picLocks noChangeAspect="1"/>
          </p:cNvPicPr>
          <p:nvPr userDrawn="1"/>
        </p:nvPicPr>
        <p:blipFill>
          <a:blip r:embed="rId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20969500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免责声明">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5618D9A-180D-CB0A-841B-784B84C49323}"/>
              </a:ext>
            </a:extLst>
          </p:cNvPr>
          <p:cNvSpPr/>
          <p:nvPr/>
        </p:nvSpPr>
        <p:spPr>
          <a:xfrm>
            <a:off x="0" y="0"/>
            <a:ext cx="12192000" cy="6858000"/>
          </a:xfrm>
          <a:prstGeom prst="rect">
            <a:avLst/>
          </a:prstGeom>
          <a:gradFill>
            <a:gsLst>
              <a:gs pos="0">
                <a:srgbClr val="00253E"/>
              </a:gs>
              <a:gs pos="20000">
                <a:srgbClr val="002D4B"/>
              </a:gs>
              <a:gs pos="65000">
                <a:srgbClr val="002C4A"/>
              </a:gs>
              <a:gs pos="99000">
                <a:srgbClr val="002A49"/>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灯片编号占位符 4">
            <a:extLst>
              <a:ext uri="{FF2B5EF4-FFF2-40B4-BE49-F238E27FC236}">
                <a16:creationId xmlns:a16="http://schemas.microsoft.com/office/drawing/2014/main" id="{28D84ABE-B4E2-A0CC-F7E2-6F342A7D7401}"/>
              </a:ext>
            </a:extLst>
          </p:cNvPr>
          <p:cNvSpPr txBox="1">
            <a:spLocks/>
          </p:cNvSpPr>
          <p:nvPr/>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
        <p:nvSpPr>
          <p:cNvPr id="2" name="矩形 1">
            <a:extLst>
              <a:ext uri="{FF2B5EF4-FFF2-40B4-BE49-F238E27FC236}">
                <a16:creationId xmlns:a16="http://schemas.microsoft.com/office/drawing/2014/main" id="{7587A023-7A6F-B5A1-F609-E155FC56BD16}"/>
              </a:ext>
            </a:extLst>
          </p:cNvPr>
          <p:cNvSpPr/>
          <p:nvPr/>
        </p:nvSpPr>
        <p:spPr>
          <a:xfrm flipV="1">
            <a:off x="797678" y="1018879"/>
            <a:ext cx="7312652" cy="757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标题 4">
            <a:extLst>
              <a:ext uri="{FF2B5EF4-FFF2-40B4-BE49-F238E27FC236}">
                <a16:creationId xmlns:a16="http://schemas.microsoft.com/office/drawing/2014/main" id="{3FEF664D-067C-5FF2-7054-A3F4D727E3A8}"/>
              </a:ext>
            </a:extLst>
          </p:cNvPr>
          <p:cNvSpPr txBox="1">
            <a:spLocks/>
          </p:cNvSpPr>
          <p:nvPr/>
        </p:nvSpPr>
        <p:spPr>
          <a:xfrm>
            <a:off x="624623" y="397596"/>
            <a:ext cx="7091366" cy="711209"/>
          </a:xfrm>
          <a:prstGeom prst="rect">
            <a:avLst/>
          </a:prstGeom>
        </p:spPr>
        <p:txBody>
          <a:bodyPr vert="horz"/>
          <a:lst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3200" spc="300" dirty="0">
                <a:solidFill>
                  <a:schemeClr val="bg1"/>
                </a:solidFill>
                <a:latin typeface="+mj-ea"/>
              </a:rPr>
              <a:t>免责声明  </a:t>
            </a:r>
            <a:r>
              <a:rPr lang="en-US" altLang="zh-CN" sz="3200" dirty="0">
                <a:solidFill>
                  <a:schemeClr val="bg1"/>
                </a:solidFill>
                <a:latin typeface="+mj-ea"/>
              </a:rPr>
              <a:t>Disclaimer of liability </a:t>
            </a:r>
            <a:endParaRPr lang="zh-CN" altLang="en-US" sz="3200" dirty="0">
              <a:solidFill>
                <a:schemeClr val="bg1"/>
              </a:solidFill>
              <a:latin typeface="+mj-ea"/>
            </a:endParaRPr>
          </a:p>
        </p:txBody>
      </p:sp>
      <p:sp>
        <p:nvSpPr>
          <p:cNvPr id="11" name="文本框 10">
            <a:extLst>
              <a:ext uri="{FF2B5EF4-FFF2-40B4-BE49-F238E27FC236}">
                <a16:creationId xmlns:a16="http://schemas.microsoft.com/office/drawing/2014/main" id="{35106FC8-5E01-6DB8-E2B9-D99DA37E6860}"/>
              </a:ext>
            </a:extLst>
          </p:cNvPr>
          <p:cNvSpPr txBox="1"/>
          <p:nvPr/>
        </p:nvSpPr>
        <p:spPr>
          <a:xfrm>
            <a:off x="4479235" y="-874643"/>
            <a:ext cx="0" cy="0"/>
          </a:xfrm>
          <a:prstGeom prst="rect">
            <a:avLst/>
          </a:prstGeom>
        </p:spPr>
        <p:txBody>
          <a:bodyPr vert="horz" wrap="none" lIns="91440" tIns="45720" rIns="91440" bIns="45720" rtlCol="0" anchor="ctr">
            <a:normAutofit fontScale="25000" lnSpcReduction="20000"/>
          </a:bodyPr>
          <a:lstStyle/>
          <a:p>
            <a:pPr algn="l"/>
            <a:endParaRPr kumimoji="1" lang="zh-CN" altLang="en-US" sz="2200" dirty="0">
              <a:solidFill>
                <a:schemeClr val="bg1">
                  <a:lumMod val="65000"/>
                </a:schemeClr>
              </a:solidFill>
            </a:endParaRPr>
          </a:p>
        </p:txBody>
      </p:sp>
      <p:sp>
        <p:nvSpPr>
          <p:cNvPr id="3" name="TextBox 10">
            <a:extLst>
              <a:ext uri="{FF2B5EF4-FFF2-40B4-BE49-F238E27FC236}">
                <a16:creationId xmlns:a16="http://schemas.microsoft.com/office/drawing/2014/main" id="{63F395EE-D938-C766-00A0-761B64A92321}"/>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solidFill>
                <a:latin typeface="+mj-ea"/>
                <a:ea typeface="+mn-ea"/>
                <a:cs typeface="+mn-cs"/>
              </a:rPr>
              <a:t>Copyright © PHARMCUBE ALL RIGHTS RESERVED 2026</a:t>
            </a:r>
          </a:p>
        </p:txBody>
      </p:sp>
      <p:sp>
        <p:nvSpPr>
          <p:cNvPr id="5" name="矩形 4">
            <a:extLst>
              <a:ext uri="{FF2B5EF4-FFF2-40B4-BE49-F238E27FC236}">
                <a16:creationId xmlns:a16="http://schemas.microsoft.com/office/drawing/2014/main" id="{88C7BCE7-3A35-C06C-9304-2B527121A215}"/>
              </a:ext>
            </a:extLst>
          </p:cNvPr>
          <p:cNvSpPr/>
          <p:nvPr/>
        </p:nvSpPr>
        <p:spPr>
          <a:xfrm>
            <a:off x="624623" y="1108805"/>
            <a:ext cx="10942755" cy="1600438"/>
          </a:xfrm>
          <a:prstGeom prst="rect">
            <a:avLst/>
          </a:prstGeom>
        </p:spPr>
        <p:txBody>
          <a:bodyPr wrap="square">
            <a:spAutoFit/>
          </a:bodyPr>
          <a:lstStyle/>
          <a:p>
            <a:pPr algn="just"/>
            <a:r>
              <a:rPr lang="zh-CN" altLang="en-US" sz="1400" spc="50" dirty="0">
                <a:solidFill>
                  <a:schemeClr val="bg1"/>
                </a:solidFill>
                <a:latin typeface="+mn-ea"/>
              </a:rPr>
              <a:t>本报告由医药魔方制作，未经医药魔方许可，严禁将本报告大规模传阅。医药魔方不会因为接收人收到本报告而视其为客户。</a:t>
            </a:r>
          </a:p>
          <a:p>
            <a:pPr algn="just"/>
            <a:endParaRPr lang="zh-CN" altLang="en-US" sz="1400" spc="50" dirty="0">
              <a:solidFill>
                <a:schemeClr val="bg1"/>
              </a:solidFill>
              <a:latin typeface="+mn-ea"/>
            </a:endParaRPr>
          </a:p>
          <a:p>
            <a:pPr algn="just"/>
            <a:r>
              <a:rPr lang="zh-CN" altLang="en-US" sz="1400" spc="50" dirty="0">
                <a:solidFill>
                  <a:schemeClr val="bg1"/>
                </a:solidFill>
                <a:latin typeface="+mn-ea"/>
              </a:rPr>
              <a:t>医药魔方不对本报告内的数据做超出客户服务协议之外的承诺。本报告不构成任何立项、投资、交易建议。阅读者应审慎使用本报告信息，医药魔方不对阅读者基于本报告做出的任何判断或决策做任何明示或暗示的保证，也不对任何该等判断或决策造成的损失承担任何形式的责任。</a:t>
            </a:r>
            <a:endParaRPr lang="en-US" altLang="zh-CN" sz="1400" spc="50" dirty="0">
              <a:solidFill>
                <a:schemeClr val="bg1"/>
              </a:solidFill>
              <a:latin typeface="+mn-ea"/>
            </a:endParaRPr>
          </a:p>
          <a:p>
            <a:pPr algn="just"/>
            <a:endParaRPr lang="zh-CN" altLang="en-US" sz="1400" spc="50" dirty="0">
              <a:solidFill>
                <a:schemeClr val="bg1"/>
              </a:solidFill>
              <a:latin typeface="+mn-ea"/>
            </a:endParaRPr>
          </a:p>
          <a:p>
            <a:pPr algn="just"/>
            <a:r>
              <a:rPr lang="zh-CN" altLang="en-US" sz="1400" spc="50" dirty="0">
                <a:solidFill>
                  <a:schemeClr val="bg1"/>
                </a:solidFill>
                <a:latin typeface="+mn-ea"/>
              </a:rPr>
              <a:t>对本报告有任何疑问和建议或者是数据上的需求，欢迎扫码添加魔方君企业微信联系。</a:t>
            </a:r>
          </a:p>
        </p:txBody>
      </p:sp>
      <p:sp>
        <p:nvSpPr>
          <p:cNvPr id="14" name="矩形 13">
            <a:extLst>
              <a:ext uri="{FF2B5EF4-FFF2-40B4-BE49-F238E27FC236}">
                <a16:creationId xmlns:a16="http://schemas.microsoft.com/office/drawing/2014/main" id="{2D732DEC-0533-7F77-E990-5099EEBBF880}"/>
              </a:ext>
            </a:extLst>
          </p:cNvPr>
          <p:cNvSpPr/>
          <p:nvPr/>
        </p:nvSpPr>
        <p:spPr>
          <a:xfrm>
            <a:off x="635686" y="2949163"/>
            <a:ext cx="10942755" cy="1754326"/>
          </a:xfrm>
          <a:prstGeom prst="rect">
            <a:avLst/>
          </a:prstGeom>
        </p:spPr>
        <p:txBody>
          <a:bodyPr wrap="square">
            <a:spAutoFit/>
          </a:bodyPr>
          <a:lstStyle/>
          <a:p>
            <a:r>
              <a:rPr lang="en-US" altLang="zh-CN" sz="1200" spc="40" dirty="0">
                <a:solidFill>
                  <a:schemeClr val="bg1"/>
                </a:solidFill>
                <a:latin typeface="Microsoft YaHei" panose="020B0503020204020204" pitchFamily="34" charset="-122"/>
                <a:ea typeface="Microsoft YaHei" panose="020B0503020204020204" pitchFamily="34" charset="-122"/>
              </a:rPr>
              <a:t>This report is produced by PHARMCUBE and is only available for paid users of PharmCube. Mass distribution or circulation of this report without permission is strictly prohibited. The receipt of this report does not necessarily make a recipient a PHARMCUBE client.</a:t>
            </a:r>
          </a:p>
          <a:p>
            <a:endParaRPr lang="en-US" altLang="zh-CN" sz="1200" spc="40" dirty="0">
              <a:solidFill>
                <a:schemeClr val="bg1"/>
              </a:solidFill>
              <a:latin typeface="Microsoft YaHei" panose="020B0503020204020204" pitchFamily="34" charset="-122"/>
              <a:ea typeface="Microsoft YaHei" panose="020B0503020204020204" pitchFamily="34" charset="-122"/>
            </a:endParaRPr>
          </a:p>
          <a:p>
            <a:r>
              <a:rPr lang="en-US" altLang="zh-CN" sz="1200" spc="40" dirty="0">
                <a:solidFill>
                  <a:schemeClr val="bg1"/>
                </a:solidFill>
                <a:latin typeface="Microsoft YaHei" panose="020B0503020204020204" pitchFamily="34" charset="-122"/>
                <a:ea typeface="Microsoft YaHei" panose="020B0503020204020204" pitchFamily="34" charset="-122"/>
              </a:rPr>
              <a:t>PharmCube does not make any commitments beyond the customer service agreement for the data in this report. Information in this report should not be considered project initiation or personalized investment/business advice. PHARMCUBE makes no representation, express or implied, with respect to any judgments or decisions of any entity based on this Report, and shall not be liable in any way for any losses caused by any such judgments or decisions. </a:t>
            </a:r>
          </a:p>
          <a:p>
            <a:endParaRPr lang="en-US" altLang="zh-CN" sz="1200" spc="40" dirty="0">
              <a:solidFill>
                <a:schemeClr val="bg1"/>
              </a:solidFill>
              <a:latin typeface="Microsoft YaHei" panose="020B0503020204020204" pitchFamily="34" charset="-122"/>
              <a:ea typeface="Microsoft YaHei" panose="020B0503020204020204" pitchFamily="34" charset="-122"/>
            </a:endParaRPr>
          </a:p>
          <a:p>
            <a:r>
              <a:rPr lang="en-US" altLang="zh-CN" sz="1200" spc="40" dirty="0">
                <a:solidFill>
                  <a:schemeClr val="bg1"/>
                </a:solidFill>
                <a:latin typeface="Microsoft YaHei" panose="020B0503020204020204" pitchFamily="34" charset="-122"/>
                <a:ea typeface="Microsoft YaHei" panose="020B0503020204020204" pitchFamily="34" charset="-122"/>
              </a:rPr>
              <a:t>For any inquiries, suggestions or needs for data, please scan the QR code or reach us by e-mail.</a:t>
            </a:r>
            <a:endParaRPr lang="zh-CN" altLang="en-US" sz="1200" spc="40" dirty="0">
              <a:solidFill>
                <a:schemeClr val="bg1"/>
              </a:solidFill>
              <a:latin typeface="Microsoft YaHei" panose="020B0503020204020204" pitchFamily="34" charset="-122"/>
              <a:ea typeface="Microsoft YaHei" panose="020B0503020204020204" pitchFamily="34" charset="-122"/>
            </a:endParaRPr>
          </a:p>
        </p:txBody>
      </p:sp>
      <p:pic>
        <p:nvPicPr>
          <p:cNvPr id="15" name="图片 14">
            <a:extLst>
              <a:ext uri="{FF2B5EF4-FFF2-40B4-BE49-F238E27FC236}">
                <a16:creationId xmlns:a16="http://schemas.microsoft.com/office/drawing/2014/main" id="{7E477E7F-7E04-9786-9C41-7174F384EC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623" y="4835445"/>
            <a:ext cx="1278384" cy="1325405"/>
          </a:xfrm>
          <a:prstGeom prst="rect">
            <a:avLst/>
          </a:prstGeom>
        </p:spPr>
      </p:pic>
      <p:sp>
        <p:nvSpPr>
          <p:cNvPr id="16" name="矩形 15">
            <a:extLst>
              <a:ext uri="{FF2B5EF4-FFF2-40B4-BE49-F238E27FC236}">
                <a16:creationId xmlns:a16="http://schemas.microsoft.com/office/drawing/2014/main" id="{0198CADF-F87C-A124-DB3A-0EAAF5869EF3}"/>
              </a:ext>
            </a:extLst>
          </p:cNvPr>
          <p:cNvSpPr/>
          <p:nvPr/>
        </p:nvSpPr>
        <p:spPr>
          <a:xfrm>
            <a:off x="2083396" y="5021093"/>
            <a:ext cx="2501856" cy="954107"/>
          </a:xfrm>
          <a:prstGeom prst="rect">
            <a:avLst/>
          </a:prstGeom>
        </p:spPr>
        <p:txBody>
          <a:bodyPr wrap="square">
            <a:spAutoFit/>
          </a:bodyPr>
          <a:lstStyle/>
          <a:p>
            <a:r>
              <a:rPr lang="en-US" altLang="zh-CN" sz="1400" b="1" dirty="0">
                <a:solidFill>
                  <a:schemeClr val="bg1"/>
                </a:solidFill>
                <a:latin typeface="Microsoft YaHei" panose="020B0503020204020204" pitchFamily="34" charset="-122"/>
                <a:ea typeface="Microsoft YaHei" panose="020B0503020204020204" pitchFamily="34" charset="-122"/>
              </a:rPr>
              <a:t>Contact</a:t>
            </a:r>
            <a:r>
              <a:rPr lang="zh-CN" altLang="en-US" sz="1400" b="1" dirty="0">
                <a:solidFill>
                  <a:schemeClr val="bg1"/>
                </a:solidFill>
                <a:latin typeface="Microsoft YaHei" panose="020B0503020204020204" pitchFamily="34" charset="-122"/>
                <a:ea typeface="Microsoft YaHei" panose="020B0503020204020204" pitchFamily="34" charset="-122"/>
              </a:rPr>
              <a:t> </a:t>
            </a:r>
            <a:r>
              <a:rPr lang="en-US" altLang="zh-CN" sz="1400" b="1" dirty="0">
                <a:solidFill>
                  <a:schemeClr val="bg1"/>
                </a:solidFill>
                <a:latin typeface="Microsoft YaHei" panose="020B0503020204020204" pitchFamily="34" charset="-122"/>
                <a:ea typeface="Microsoft YaHei" panose="020B0503020204020204" pitchFamily="34" charset="-122"/>
              </a:rPr>
              <a:t>us</a:t>
            </a:r>
            <a:r>
              <a:rPr lang="zh-CN" altLang="en-US" sz="1400" b="1" dirty="0">
                <a:solidFill>
                  <a:schemeClr val="bg1"/>
                </a:solidFill>
                <a:latin typeface="Microsoft YaHei" panose="020B0503020204020204" pitchFamily="34" charset="-122"/>
                <a:ea typeface="Microsoft YaHei" panose="020B0503020204020204" pitchFamily="34" charset="-122"/>
              </a:rPr>
              <a:t> </a:t>
            </a:r>
            <a:endParaRPr lang="en-US" altLang="zh-CN" sz="1400" b="1" dirty="0">
              <a:solidFill>
                <a:schemeClr val="bg1"/>
              </a:solidFill>
              <a:latin typeface="Microsoft YaHei" panose="020B0503020204020204" pitchFamily="34" charset="-122"/>
              <a:ea typeface="Microsoft YaHei" panose="020B0503020204020204" pitchFamily="34" charset="-122"/>
            </a:endParaRPr>
          </a:p>
          <a:p>
            <a:r>
              <a:rPr lang="en-US" altLang="zh-CN" sz="1400" dirty="0">
                <a:solidFill>
                  <a:schemeClr val="bg1"/>
                </a:solidFill>
                <a:latin typeface="Microsoft YaHei Light" panose="020B0503020204020204" pitchFamily="34" charset="-122"/>
                <a:ea typeface="Microsoft YaHei Light" panose="020B0503020204020204" pitchFamily="34" charset="-122"/>
              </a:rPr>
              <a:t>Email:</a:t>
            </a:r>
            <a:r>
              <a:rPr lang="zh-CN" altLang="en-US" sz="1400" dirty="0">
                <a:solidFill>
                  <a:schemeClr val="bg1"/>
                </a:solidFill>
                <a:latin typeface="Microsoft YaHei Light" panose="020B0503020204020204" pitchFamily="34" charset="-122"/>
                <a:ea typeface="Microsoft YaHei Light" panose="020B0503020204020204" pitchFamily="34" charset="-122"/>
              </a:rPr>
              <a:t> </a:t>
            </a:r>
            <a:r>
              <a:rPr lang="en-US" altLang="zh-CN" sz="1400" dirty="0">
                <a:solidFill>
                  <a:schemeClr val="bg1"/>
                </a:solidFill>
                <a:latin typeface="Microsoft YaHei Light" panose="020B0503020204020204" pitchFamily="34" charset="-122"/>
                <a:ea typeface="Microsoft YaHei Light" panose="020B0503020204020204" pitchFamily="34" charset="-122"/>
                <a:hlinkClick r:id="rId3">
                  <a:extLst>
                    <a:ext uri="{A12FA001-AC4F-418D-AE19-62706E023703}">
                      <ahyp:hlinkClr xmlns:ahyp="http://schemas.microsoft.com/office/drawing/2018/hyperlinkcolor" val="tx"/>
                    </a:ext>
                  </a:extLst>
                </a:hlinkClick>
              </a:rPr>
              <a:t>hi@pharmcube.com</a:t>
            </a:r>
            <a:endParaRPr lang="en-US" altLang="zh-CN" sz="1400" dirty="0">
              <a:solidFill>
                <a:schemeClr val="bg1"/>
              </a:solidFill>
              <a:latin typeface="Microsoft YaHei Light" panose="020B0503020204020204" pitchFamily="34" charset="-122"/>
              <a:ea typeface="Microsoft YaHei Light" panose="020B0503020204020204" pitchFamily="34" charset="-122"/>
            </a:endParaRPr>
          </a:p>
          <a:p>
            <a:r>
              <a:rPr lang="en-US" altLang="zh-CN" sz="1400" dirty="0">
                <a:solidFill>
                  <a:schemeClr val="bg1"/>
                </a:solidFill>
                <a:latin typeface="Microsoft YaHei Light" panose="020B0503020204020204" pitchFamily="34" charset="-122"/>
                <a:ea typeface="Microsoft YaHei Light" panose="020B0503020204020204" pitchFamily="34" charset="-122"/>
              </a:rPr>
              <a:t>Tel:</a:t>
            </a:r>
            <a:r>
              <a:rPr lang="zh-CN" altLang="en-US" sz="1400" dirty="0">
                <a:solidFill>
                  <a:schemeClr val="bg1"/>
                </a:solidFill>
                <a:latin typeface="Microsoft YaHei Light" panose="020B0503020204020204" pitchFamily="34" charset="-122"/>
                <a:ea typeface="Microsoft YaHei Light" panose="020B0503020204020204" pitchFamily="34" charset="-122"/>
              </a:rPr>
              <a:t> </a:t>
            </a:r>
            <a:r>
              <a:rPr lang="en-US" altLang="zh-CN" sz="1400" dirty="0">
                <a:solidFill>
                  <a:schemeClr val="bg1"/>
                </a:solidFill>
                <a:latin typeface="Microsoft YaHei Light" panose="020B0503020204020204" pitchFamily="34" charset="-122"/>
                <a:ea typeface="Microsoft YaHei Light" panose="020B0503020204020204" pitchFamily="34" charset="-122"/>
              </a:rPr>
              <a:t>010-64736966</a:t>
            </a:r>
          </a:p>
          <a:p>
            <a:r>
              <a:rPr lang="en-US" altLang="zh-CN" sz="1400" dirty="0">
                <a:solidFill>
                  <a:schemeClr val="bg1"/>
                </a:solidFill>
                <a:latin typeface="Microsoft YaHei Light" panose="020B0503020204020204" pitchFamily="34" charset="-122"/>
                <a:ea typeface="Microsoft YaHei Light" panose="020B0503020204020204" pitchFamily="34" charset="-122"/>
              </a:rPr>
              <a:t>021-66292268</a:t>
            </a:r>
          </a:p>
        </p:txBody>
      </p:sp>
      <p:sp>
        <p:nvSpPr>
          <p:cNvPr id="6" name="文本框 5">
            <a:extLst>
              <a:ext uri="{FF2B5EF4-FFF2-40B4-BE49-F238E27FC236}">
                <a16:creationId xmlns:a16="http://schemas.microsoft.com/office/drawing/2014/main" id="{AE7C4A44-D019-2718-7FB5-4EF83C00225D}"/>
              </a:ext>
            </a:extLst>
          </p:cNvPr>
          <p:cNvSpPr txBox="1"/>
          <p:nvPr userDrawn="1"/>
        </p:nvSpPr>
        <p:spPr>
          <a:xfrm>
            <a:off x="6420465" y="7590503"/>
            <a:ext cx="0" cy="0"/>
          </a:xfrm>
          <a:prstGeom prst="rect">
            <a:avLst/>
          </a:prstGeom>
        </p:spPr>
        <p:txBody>
          <a:bodyPr vert="horz" wrap="none" lIns="91440" tIns="45720" rIns="91440" bIns="45720" rtlCol="0" anchor="ctr">
            <a:normAutofit fontScale="25000" lnSpcReduction="20000"/>
          </a:bodyPr>
          <a:lstStyle/>
          <a:p>
            <a:pPr algn="l"/>
            <a:endParaRPr kumimoji="1" lang="zh-CN" altLang="en-US" sz="2200" dirty="0">
              <a:solidFill>
                <a:schemeClr val="bg1">
                  <a:lumMod val="65000"/>
                </a:schemeClr>
              </a:solidFill>
            </a:endParaRPr>
          </a:p>
        </p:txBody>
      </p:sp>
      <p:pic>
        <p:nvPicPr>
          <p:cNvPr id="9" name="图片 8">
            <a:extLst>
              <a:ext uri="{FF2B5EF4-FFF2-40B4-BE49-F238E27FC236}">
                <a16:creationId xmlns:a16="http://schemas.microsoft.com/office/drawing/2014/main" id="{953CE1D6-3CDB-C019-9C1E-CC7A679D9955}"/>
              </a:ext>
            </a:extLst>
          </p:cNvPr>
          <p:cNvPicPr>
            <a:picLocks noChangeAspect="1"/>
          </p:cNvPicPr>
          <p:nvPr userDrawn="1"/>
        </p:nvPicPr>
        <p:blipFill>
          <a:blip r:embed="rId4">
            <a:biLevel thresh="25000"/>
          </a:blip>
          <a:stretch>
            <a:fillRect/>
          </a:stretch>
        </p:blipFill>
        <p:spPr>
          <a:xfrm>
            <a:off x="10636750" y="21401"/>
            <a:ext cx="1508183" cy="763402"/>
          </a:xfrm>
          <a:prstGeom prst="rect">
            <a:avLst/>
          </a:prstGeom>
        </p:spPr>
      </p:pic>
    </p:spTree>
    <p:extLst>
      <p:ext uri="{BB962C8B-B14F-4D97-AF65-F5344CB8AC3E}">
        <p14:creationId xmlns:p14="http://schemas.microsoft.com/office/powerpoint/2010/main" val="2647181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末尾幻灯片">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6A11A32-DFC5-F404-D632-AFAF4859DE84}"/>
              </a:ext>
            </a:extLst>
          </p:cNvPr>
          <p:cNvPicPr>
            <a:picLocks noChangeAspect="1"/>
          </p:cNvPicPr>
          <p:nvPr/>
        </p:nvPicPr>
        <p:blipFill>
          <a:blip r:embed="rId2"/>
          <a:stretch>
            <a:fillRect/>
          </a:stretch>
        </p:blipFill>
        <p:spPr>
          <a:xfrm>
            <a:off x="0" y="-1715"/>
            <a:ext cx="12192000" cy="6859715"/>
          </a:xfrm>
          <a:prstGeom prst="rect">
            <a:avLst/>
          </a:prstGeom>
        </p:spPr>
      </p:pic>
      <p:grpSp>
        <p:nvGrpSpPr>
          <p:cNvPr id="13" name="组合 12">
            <a:extLst>
              <a:ext uri="{FF2B5EF4-FFF2-40B4-BE49-F238E27FC236}">
                <a16:creationId xmlns:a16="http://schemas.microsoft.com/office/drawing/2014/main" id="{D96D3A21-D661-58BB-8FA6-2AC67B3126FB}"/>
              </a:ext>
            </a:extLst>
          </p:cNvPr>
          <p:cNvGrpSpPr/>
          <p:nvPr/>
        </p:nvGrpSpPr>
        <p:grpSpPr>
          <a:xfrm>
            <a:off x="6829860" y="807919"/>
            <a:ext cx="4833493" cy="4992228"/>
            <a:chOff x="6829860" y="807919"/>
            <a:chExt cx="4833493" cy="4992228"/>
          </a:xfrm>
        </p:grpSpPr>
        <p:sp>
          <p:nvSpPr>
            <p:cNvPr id="14" name="圆角矩形 13">
              <a:extLst>
                <a:ext uri="{FF2B5EF4-FFF2-40B4-BE49-F238E27FC236}">
                  <a16:creationId xmlns:a16="http://schemas.microsoft.com/office/drawing/2014/main" id="{42554141-B690-B363-ECF6-498B2409105C}"/>
                </a:ext>
              </a:extLst>
            </p:cNvPr>
            <p:cNvSpPr/>
            <p:nvPr userDrawn="1"/>
          </p:nvSpPr>
          <p:spPr>
            <a:xfrm>
              <a:off x="7200332" y="807919"/>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D2634531-64A0-56C7-7812-A5D64485EF36}"/>
                </a:ext>
              </a:extLst>
            </p:cNvPr>
            <p:cNvSpPr/>
            <p:nvPr userDrawn="1"/>
          </p:nvSpPr>
          <p:spPr>
            <a:xfrm>
              <a:off x="7728979" y="1404282"/>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E893DDB5-CA9A-7C7D-5E85-8656A83E1B02}"/>
                </a:ext>
              </a:extLst>
            </p:cNvPr>
            <p:cNvSpPr/>
            <p:nvPr userDrawn="1"/>
          </p:nvSpPr>
          <p:spPr>
            <a:xfrm>
              <a:off x="6829860" y="1865773"/>
              <a:ext cx="3934374" cy="3934374"/>
            </a:xfrm>
            <a:prstGeom prst="roundRect">
              <a:avLst>
                <a:gd name="adj" fmla="val 11045"/>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 name="图片 3">
            <a:extLst>
              <a:ext uri="{FF2B5EF4-FFF2-40B4-BE49-F238E27FC236}">
                <a16:creationId xmlns:a16="http://schemas.microsoft.com/office/drawing/2014/main" id="{05DA99C7-86DA-8165-DC29-7D158E27C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 name="Google Shape;409;p13">
            <a:extLst>
              <a:ext uri="{FF2B5EF4-FFF2-40B4-BE49-F238E27FC236}">
                <a16:creationId xmlns:a16="http://schemas.microsoft.com/office/drawing/2014/main" id="{8C03F97E-7741-311E-34D4-ED2214C44184}"/>
              </a:ext>
            </a:extLst>
          </p:cNvPr>
          <p:cNvSpPr txBox="1"/>
          <p:nvPr/>
        </p:nvSpPr>
        <p:spPr>
          <a:xfrm>
            <a:off x="968419" y="3067581"/>
            <a:ext cx="4912273" cy="986721"/>
          </a:xfrm>
          <a:prstGeom prst="rect">
            <a:avLst/>
          </a:prstGeom>
          <a:noFill/>
          <a:ln>
            <a:noFill/>
          </a:ln>
        </p:spPr>
        <p:txBody>
          <a:bodyPr spcFirstLastPara="1" wrap="square" lIns="50800" tIns="50800" rIns="50800" bIns="50800" anchor="ctr" anchorCtr="0">
            <a:normAutofit/>
          </a:bodyPr>
          <a:lstStyle/>
          <a:p>
            <a:pPr marL="0" marR="0" lvl="0" indent="0" algn="l" rtl="0">
              <a:lnSpc>
                <a:spcPct val="100000"/>
              </a:lnSpc>
              <a:spcBef>
                <a:spcPts val="0"/>
              </a:spcBef>
              <a:spcAft>
                <a:spcPts val="0"/>
              </a:spcAft>
              <a:buClr>
                <a:srgbClr val="FFFFFF"/>
              </a:buClr>
              <a:buSzPts val="2700"/>
              <a:buFont typeface="Poppins"/>
              <a:buNone/>
            </a:pPr>
            <a:r>
              <a:rPr lang="en-US" sz="3000" b="0" i="0" u="none" strike="noStrike" cap="none" spc="200" baseline="0" dirty="0">
                <a:solidFill>
                  <a:srgbClr val="FFFFFF"/>
                </a:solidFill>
                <a:latin typeface="+mj-ea"/>
                <a:ea typeface="+mj-ea"/>
                <a:cs typeface="Poppins"/>
                <a:sym typeface="Poppins"/>
              </a:rPr>
              <a:t>感谢陪伴</a:t>
            </a:r>
            <a:r>
              <a:rPr lang="zh-CN" altLang="en-US" sz="3000" b="0" i="0" u="none" strike="noStrike" cap="none" spc="200" baseline="0" dirty="0">
                <a:solidFill>
                  <a:srgbClr val="FFFFFF"/>
                </a:solidFill>
                <a:latin typeface="+mj-ea"/>
                <a:ea typeface="+mj-ea"/>
                <a:cs typeface="Poppins"/>
                <a:sym typeface="Poppins"/>
              </a:rPr>
              <a:t> </a:t>
            </a:r>
            <a:r>
              <a:rPr lang="en-US" sz="2800" b="0" i="0" u="none" strike="noStrike" cap="none" spc="0" baseline="0" dirty="0">
                <a:solidFill>
                  <a:srgbClr val="FFFFFF"/>
                </a:solidFill>
                <a:latin typeface="+mj-ea"/>
                <a:ea typeface="+mj-ea"/>
                <a:cs typeface="Poppins"/>
                <a:sym typeface="Poppins"/>
              </a:rPr>
              <a:t>THANK YOU</a:t>
            </a:r>
          </a:p>
        </p:txBody>
      </p:sp>
      <p:pic>
        <p:nvPicPr>
          <p:cNvPr id="11" name="图片 10">
            <a:extLst>
              <a:ext uri="{FF2B5EF4-FFF2-40B4-BE49-F238E27FC236}">
                <a16:creationId xmlns:a16="http://schemas.microsoft.com/office/drawing/2014/main" id="{56D51CBB-C808-F83E-588D-1204DBE9D77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1023943" y="2443400"/>
            <a:ext cx="5435446" cy="663411"/>
          </a:xfrm>
          <a:prstGeom prst="rect">
            <a:avLst/>
          </a:prstGeom>
        </p:spPr>
      </p:pic>
      <p:grpSp>
        <p:nvGrpSpPr>
          <p:cNvPr id="19" name="组合 18">
            <a:extLst>
              <a:ext uri="{FF2B5EF4-FFF2-40B4-BE49-F238E27FC236}">
                <a16:creationId xmlns:a16="http://schemas.microsoft.com/office/drawing/2014/main" id="{8E25960F-5908-1A5F-F193-01AFA1412247}"/>
              </a:ext>
            </a:extLst>
          </p:cNvPr>
          <p:cNvGrpSpPr/>
          <p:nvPr/>
        </p:nvGrpSpPr>
        <p:grpSpPr>
          <a:xfrm>
            <a:off x="8504171" y="2235748"/>
            <a:ext cx="1567403" cy="1567403"/>
            <a:chOff x="8504171" y="2235748"/>
            <a:chExt cx="1567403" cy="1567403"/>
          </a:xfrm>
        </p:grpSpPr>
        <p:pic>
          <p:nvPicPr>
            <p:cNvPr id="8" name="图片 7" descr="QR 代码&#10;&#10;描述已自动生成">
              <a:extLst>
                <a:ext uri="{FF2B5EF4-FFF2-40B4-BE49-F238E27FC236}">
                  <a16:creationId xmlns:a16="http://schemas.microsoft.com/office/drawing/2014/main" id="{F825935A-0CD1-1CB4-6349-5E385E9A10E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504171" y="2235748"/>
              <a:ext cx="1567403" cy="1567403"/>
            </a:xfrm>
            <a:prstGeom prst="rect">
              <a:avLst/>
            </a:prstGeom>
          </p:spPr>
        </p:pic>
        <p:pic>
          <p:nvPicPr>
            <p:cNvPr id="18" name="图片 17">
              <a:extLst>
                <a:ext uri="{FF2B5EF4-FFF2-40B4-BE49-F238E27FC236}">
                  <a16:creationId xmlns:a16="http://schemas.microsoft.com/office/drawing/2014/main" id="{42E294C0-4551-EB00-DF80-08E6BBAD2A5C}"/>
                </a:ext>
              </a:extLst>
            </p:cNvPr>
            <p:cNvPicPr>
              <a:picLocks noChangeAspect="1"/>
            </p:cNvPicPr>
            <p:nvPr userDrawn="1"/>
          </p:nvPicPr>
          <p:blipFill rotWithShape="1">
            <a:blip r:embed="rId7">
              <a:biLevel thresh="25000"/>
              <a:extLst>
                <a:ext uri="{28A0092B-C50C-407E-A947-70E740481C1C}">
                  <a14:useLocalDpi xmlns:a14="http://schemas.microsoft.com/office/drawing/2010/main" val="0"/>
                </a:ext>
              </a:extLst>
            </a:blip>
            <a:srcRect l="14263" t="23300" r="66273" b="34988"/>
            <a:stretch/>
          </p:blipFill>
          <p:spPr>
            <a:xfrm>
              <a:off x="9154755" y="2868865"/>
              <a:ext cx="268378" cy="291119"/>
            </a:xfrm>
            <a:prstGeom prst="rect">
              <a:avLst/>
            </a:prstGeom>
          </p:spPr>
        </p:pic>
      </p:grpSp>
      <p:sp>
        <p:nvSpPr>
          <p:cNvPr id="21" name="灯片编号占位符 4">
            <a:extLst>
              <a:ext uri="{FF2B5EF4-FFF2-40B4-BE49-F238E27FC236}">
                <a16:creationId xmlns:a16="http://schemas.microsoft.com/office/drawing/2014/main" id="{629FAAD8-3393-AC7D-9FD0-F76E751A766B}"/>
              </a:ext>
            </a:extLst>
          </p:cNvPr>
          <p:cNvSpPr txBox="1">
            <a:spLocks/>
          </p:cNvSpPr>
          <p:nvPr/>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
        <p:nvSpPr>
          <p:cNvPr id="22" name="TextBox 10">
            <a:extLst>
              <a:ext uri="{FF2B5EF4-FFF2-40B4-BE49-F238E27FC236}">
                <a16:creationId xmlns:a16="http://schemas.microsoft.com/office/drawing/2014/main" id="{DDDD23C3-4BE6-47DB-9631-E8F4A2C8BD54}"/>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600" dirty="0">
                <a:solidFill>
                  <a:schemeClr val="bg1"/>
                </a:solidFill>
                <a:latin typeface="+mj-ea"/>
                <a:ea typeface="+mn-ea"/>
                <a:cs typeface="+mn-cs"/>
              </a:rPr>
              <a:t>Copyright © PHARMCUBE ALL RIGHTS RESERVED 2026</a:t>
            </a:r>
          </a:p>
        </p:txBody>
      </p:sp>
      <p:pic>
        <p:nvPicPr>
          <p:cNvPr id="17" name="图片 16">
            <a:extLst>
              <a:ext uri="{FF2B5EF4-FFF2-40B4-BE49-F238E27FC236}">
                <a16:creationId xmlns:a16="http://schemas.microsoft.com/office/drawing/2014/main" id="{AB43E1D9-BBD4-E1BC-6C8C-D923D1CA129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sp>
        <p:nvSpPr>
          <p:cNvPr id="20" name="Google Shape;409;p13">
            <a:extLst>
              <a:ext uri="{FF2B5EF4-FFF2-40B4-BE49-F238E27FC236}">
                <a16:creationId xmlns:a16="http://schemas.microsoft.com/office/drawing/2014/main" id="{1CCDFA7B-D8CF-8C91-1E1A-64232F985062}"/>
              </a:ext>
            </a:extLst>
          </p:cNvPr>
          <p:cNvSpPr txBox="1"/>
          <p:nvPr userDrawn="1"/>
        </p:nvSpPr>
        <p:spPr>
          <a:xfrm>
            <a:off x="968419" y="3067581"/>
            <a:ext cx="4912273" cy="986721"/>
          </a:xfrm>
          <a:prstGeom prst="rect">
            <a:avLst/>
          </a:prstGeom>
          <a:noFill/>
          <a:ln>
            <a:noFill/>
          </a:ln>
        </p:spPr>
        <p:txBody>
          <a:bodyPr spcFirstLastPara="1" wrap="square" lIns="50800" tIns="50800" rIns="50800" bIns="50800" anchor="ctr" anchorCtr="0">
            <a:normAutofit/>
          </a:bodyPr>
          <a:lstStyle/>
          <a:p>
            <a:pPr marL="0" marR="0" lvl="0" indent="0" algn="l" rtl="0">
              <a:lnSpc>
                <a:spcPct val="100000"/>
              </a:lnSpc>
              <a:spcBef>
                <a:spcPts val="0"/>
              </a:spcBef>
              <a:spcAft>
                <a:spcPts val="0"/>
              </a:spcAft>
              <a:buClr>
                <a:srgbClr val="FFFFFF"/>
              </a:buClr>
              <a:buSzPts val="2700"/>
              <a:buFont typeface="Poppins"/>
              <a:buNone/>
            </a:pPr>
            <a:r>
              <a:rPr lang="en-US" sz="3000" b="0" i="0" u="none" strike="noStrike" cap="none" spc="200" baseline="0" dirty="0">
                <a:solidFill>
                  <a:srgbClr val="FFFFFF"/>
                </a:solidFill>
                <a:latin typeface="+mj-ea"/>
                <a:ea typeface="+mj-ea"/>
                <a:cs typeface="Poppins"/>
                <a:sym typeface="Poppins"/>
              </a:rPr>
              <a:t>感谢陪伴</a:t>
            </a:r>
            <a:r>
              <a:rPr lang="zh-CN" altLang="en-US" sz="3000" b="0" i="0" u="none" strike="noStrike" cap="none" spc="200" baseline="0" dirty="0">
                <a:solidFill>
                  <a:srgbClr val="FFFFFF"/>
                </a:solidFill>
                <a:latin typeface="+mj-ea"/>
                <a:ea typeface="+mj-ea"/>
                <a:cs typeface="Poppins"/>
                <a:sym typeface="Poppins"/>
              </a:rPr>
              <a:t> </a:t>
            </a:r>
            <a:r>
              <a:rPr lang="en-US" sz="2800" b="0" i="0" u="none" strike="noStrike" cap="none" spc="0" baseline="0" dirty="0">
                <a:solidFill>
                  <a:srgbClr val="FFFFFF"/>
                </a:solidFill>
                <a:latin typeface="+mj-ea"/>
                <a:ea typeface="+mj-ea"/>
                <a:cs typeface="Poppins"/>
                <a:sym typeface="Poppins"/>
              </a:rPr>
              <a:t>THANK YOU</a:t>
            </a:r>
          </a:p>
        </p:txBody>
      </p:sp>
      <p:sp>
        <p:nvSpPr>
          <p:cNvPr id="23" name="文本框 22">
            <a:extLst>
              <a:ext uri="{FF2B5EF4-FFF2-40B4-BE49-F238E27FC236}">
                <a16:creationId xmlns:a16="http://schemas.microsoft.com/office/drawing/2014/main" id="{FD941A6D-1309-0E4D-AF90-A501493497A8}"/>
              </a:ext>
            </a:extLst>
          </p:cNvPr>
          <p:cNvSpPr txBox="1"/>
          <p:nvPr userDrawn="1"/>
        </p:nvSpPr>
        <p:spPr>
          <a:xfrm>
            <a:off x="8452059" y="3667534"/>
            <a:ext cx="1664941" cy="457200"/>
          </a:xfrm>
          <a:prstGeom prst="rect">
            <a:avLst/>
          </a:prstGeom>
        </p:spPr>
        <p:txBody>
          <a:bodyPr vert="horz" wrap="none" lIns="91440" tIns="45720" rIns="91440" bIns="45720" rtlCol="0" anchor="ctr">
            <a:normAutofit/>
          </a:bodyPr>
          <a:lstStyle/>
          <a:p>
            <a:pPr algn="ctr"/>
            <a:r>
              <a:rPr kumimoji="1" lang="zh-CN" altLang="en-US" sz="1400" spc="300" dirty="0">
                <a:solidFill>
                  <a:schemeClr val="bg1"/>
                </a:solidFill>
                <a:latin typeface="+mj-ea"/>
                <a:ea typeface="+mj-ea"/>
              </a:rPr>
              <a:t>医药魔方数据库</a:t>
            </a:r>
          </a:p>
        </p:txBody>
      </p:sp>
      <p:pic>
        <p:nvPicPr>
          <p:cNvPr id="24" name="图片 23">
            <a:extLst>
              <a:ext uri="{FF2B5EF4-FFF2-40B4-BE49-F238E27FC236}">
                <a16:creationId xmlns:a16="http://schemas.microsoft.com/office/drawing/2014/main" id="{AFD08F14-074E-8CBE-1112-BD4BBFC55E14}"/>
              </a:ext>
            </a:extLst>
          </p:cNvPr>
          <p:cNvPicPr>
            <a:picLocks noChangeAspect="1"/>
          </p:cNvPicPr>
          <p:nvPr userDrawn="1"/>
        </p:nvPicPr>
        <p:blipFill>
          <a:blip r:embed="rId4">
            <a:extLst>
              <a:ext uri="{BEBA8EAE-BF5A-486C-A8C5-ECC9F3942E4B}">
                <a14:imgProps xmlns:a14="http://schemas.microsoft.com/office/drawing/2010/main">
                  <a14:imgLayer r:embed="rId5">
                    <a14:imgEffect>
                      <a14:sharpenSoften amount="1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1023943" y="2443400"/>
            <a:ext cx="5435446" cy="663411"/>
          </a:xfrm>
          <a:prstGeom prst="rect">
            <a:avLst/>
          </a:prstGeom>
        </p:spPr>
      </p:pic>
      <p:sp>
        <p:nvSpPr>
          <p:cNvPr id="28" name="灯片编号占位符 4">
            <a:extLst>
              <a:ext uri="{FF2B5EF4-FFF2-40B4-BE49-F238E27FC236}">
                <a16:creationId xmlns:a16="http://schemas.microsoft.com/office/drawing/2014/main" id="{DC6EEA8D-FE22-17C9-EA96-1BC781BE7B0D}"/>
              </a:ext>
            </a:extLst>
          </p:cNvPr>
          <p:cNvSpPr txBox="1">
            <a:spLocks/>
          </p:cNvSpPr>
          <p:nvPr userDrawn="1"/>
        </p:nvSpPr>
        <p:spPr>
          <a:xfrm>
            <a:off x="8908982" y="6524889"/>
            <a:ext cx="2909888" cy="206381"/>
          </a:xfrm>
          <a:prstGeom prst="rect">
            <a:avLst/>
          </a:prstGeom>
        </p:spPr>
        <p:txBody>
          <a:bodyPr/>
          <a:lstStyle>
            <a:defPPr>
              <a:defRPr lang="zh-CN"/>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mtClean="0">
                <a:solidFill>
                  <a:schemeClr val="bg1"/>
                </a:solidFill>
              </a:rPr>
              <a:pPr/>
              <a:t>‹#›</a:t>
            </a:fld>
            <a:endParaRPr lang="zh-CN" altLang="en-US" dirty="0">
              <a:solidFill>
                <a:schemeClr val="bg1"/>
              </a:solidFill>
            </a:endParaRPr>
          </a:p>
        </p:txBody>
      </p:sp>
    </p:spTree>
    <p:extLst>
      <p:ext uri="{BB962C8B-B14F-4D97-AF65-F5344CB8AC3E}">
        <p14:creationId xmlns:p14="http://schemas.microsoft.com/office/powerpoint/2010/main" val="274156290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jpg"/><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对象 7" hidden="1"/>
          <p:cNvGraphicFramePr>
            <a:graphicFrameLocks noChangeAspect="1"/>
          </p:cNvGraphicFramePr>
          <p:nvPr>
            <p:custDataLst>
              <p:tags r:id="rId1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0" imgW="0" imgH="0" progId="TCLayout.ActiveDocument.1">
                  <p:embed/>
                </p:oleObj>
              </mc:Choice>
              <mc:Fallback>
                <p:oleObj name="think-cell 幻灯片" r:id="rId20" imgW="0" imgH="0" progId="TCLayout.ActiveDocument.1">
                  <p:embed/>
                  <p:pic>
                    <p:nvPicPr>
                      <p:cNvPr id="8" name="对象 7" hidden="1"/>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a:t>单击此处编辑母版标题样式</a:t>
            </a:r>
            <a:endParaRPr lang="zh-CN" altLang="en-US" dirty="0"/>
          </a:p>
        </p:txBody>
      </p:sp>
      <p:sp>
        <p:nvSpPr>
          <p:cNvPr id="3" name="文本占位符 2"/>
          <p:cNvSpPr>
            <a:spLocks noGrp="1"/>
          </p:cNvSpPr>
          <p:nvPr>
            <p:ph type="body" idx="1"/>
          </p:nvPr>
        </p:nvSpPr>
        <p:spPr>
          <a:xfrm>
            <a:off x="669924" y="1180620"/>
            <a:ext cx="10850563" cy="496300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pic>
        <p:nvPicPr>
          <p:cNvPr id="5" name="图片 4">
            <a:extLst>
              <a:ext uri="{FF2B5EF4-FFF2-40B4-BE49-F238E27FC236}">
                <a16:creationId xmlns:a16="http://schemas.microsoft.com/office/drawing/2014/main" id="{F9AFC931-31A1-8530-E91C-A47A2AF41DB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1900597" y="2940023"/>
            <a:ext cx="115529" cy="1030133"/>
          </a:xfrm>
          <a:prstGeom prst="rect">
            <a:avLst/>
          </a:prstGeom>
        </p:spPr>
      </p:pic>
      <p:cxnSp>
        <p:nvCxnSpPr>
          <p:cNvPr id="6" name="直线连接符 5">
            <a:extLst>
              <a:ext uri="{FF2B5EF4-FFF2-40B4-BE49-F238E27FC236}">
                <a16:creationId xmlns:a16="http://schemas.microsoft.com/office/drawing/2014/main" id="{A7C35E9B-6F58-67B5-73DA-45F5AB577F40}"/>
              </a:ext>
            </a:extLst>
          </p:cNvPr>
          <p:cNvCxnSpPr>
            <a:cxnSpLocks/>
          </p:cNvCxnSpPr>
          <p:nvPr/>
        </p:nvCxnSpPr>
        <p:spPr>
          <a:xfrm>
            <a:off x="11946786" y="2013995"/>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67711FB3-1C84-05AD-90E7-FDB217664309}"/>
              </a:ext>
            </a:extLst>
          </p:cNvPr>
          <p:cNvCxnSpPr>
            <a:cxnSpLocks/>
          </p:cNvCxnSpPr>
          <p:nvPr/>
        </p:nvCxnSpPr>
        <p:spPr>
          <a:xfrm>
            <a:off x="11946786" y="4134090"/>
            <a:ext cx="0" cy="744622"/>
          </a:xfrm>
          <a:prstGeom prst="line">
            <a:avLst/>
          </a:prstGeom>
          <a:ln>
            <a:solidFill>
              <a:srgbClr val="0092BC"/>
            </a:solidFill>
          </a:ln>
        </p:spPr>
        <p:style>
          <a:lnRef idx="1">
            <a:schemeClr val="accent1"/>
          </a:lnRef>
          <a:fillRef idx="0">
            <a:schemeClr val="accent1"/>
          </a:fillRef>
          <a:effectRef idx="0">
            <a:schemeClr val="accent1"/>
          </a:effectRef>
          <a:fontRef idx="minor">
            <a:schemeClr val="tx1"/>
          </a:fontRef>
        </p:style>
      </p:cxnSp>
      <p:sp>
        <p:nvSpPr>
          <p:cNvPr id="13" name="TextBox 10">
            <a:extLst>
              <a:ext uri="{FF2B5EF4-FFF2-40B4-BE49-F238E27FC236}">
                <a16:creationId xmlns:a16="http://schemas.microsoft.com/office/drawing/2014/main" id="{C3C9E538-CDC8-65B0-074B-76835EA3D5C4}"/>
              </a:ext>
            </a:extLst>
          </p:cNvPr>
          <p:cNvSpPr txBox="1"/>
          <p:nvPr/>
        </p:nvSpPr>
        <p:spPr>
          <a:xfrm>
            <a:off x="4812637" y="6521025"/>
            <a:ext cx="2566728" cy="2000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kern="600" dirty="0">
                <a:solidFill>
                  <a:schemeClr val="bg1">
                    <a:lumMod val="65000"/>
                  </a:schemeClr>
                </a:solidFill>
                <a:latin typeface="+mj-ea"/>
                <a:ea typeface="+mj-ea"/>
              </a:rPr>
              <a:t>Copyright © </a:t>
            </a:r>
            <a:r>
              <a:rPr lang="en-US" altLang="zh-CN" sz="700" b="0" kern="600" dirty="0">
                <a:solidFill>
                  <a:schemeClr val="bg1">
                    <a:lumMod val="65000"/>
                  </a:schemeClr>
                </a:solidFill>
                <a:latin typeface="+mj-ea"/>
                <a:ea typeface="+mj-ea"/>
              </a:rPr>
              <a:t>PHARMCUBE ALL RIGHTS RESERVED 2026</a:t>
            </a:r>
          </a:p>
        </p:txBody>
      </p:sp>
      <p:sp>
        <p:nvSpPr>
          <p:cNvPr id="14" name="灯片编号占位符 4">
            <a:extLst>
              <a:ext uri="{FF2B5EF4-FFF2-40B4-BE49-F238E27FC236}">
                <a16:creationId xmlns:a16="http://schemas.microsoft.com/office/drawing/2014/main" id="{903C4A1D-20A7-3D9D-F32B-65F15D3E4155}"/>
              </a:ext>
            </a:extLst>
          </p:cNvPr>
          <p:cNvSpPr>
            <a:spLocks noGrp="1"/>
          </p:cNvSpPr>
          <p:nvPr>
            <p:ph type="sldNum" sz="quarter" idx="4"/>
          </p:nvPr>
        </p:nvSpPr>
        <p:spPr>
          <a:xfrm>
            <a:off x="8908982" y="6524889"/>
            <a:ext cx="2909888" cy="206381"/>
          </a:xfrm>
          <a:prstGeom prst="rect">
            <a:avLst/>
          </a:prstGeom>
        </p:spPr>
        <p:txBody>
          <a:bodyPr/>
          <a:lstStyle>
            <a:lvl1pPr algn="r">
              <a:defRPr sz="800"/>
            </a:lvl1pPr>
          </a:lstStyle>
          <a:p>
            <a:fld id="{5DD3DB80-B894-403A-B48E-6FDC1A72010E}" type="slidenum">
              <a:rPr lang="zh-CN" altLang="en-US" smtClean="0"/>
              <a:pPr/>
              <a:t>‹#›</a:t>
            </a:fld>
            <a:endParaRPr lang="zh-CN" altLang="en-US" dirty="0"/>
          </a:p>
        </p:txBody>
      </p:sp>
      <p:pic>
        <p:nvPicPr>
          <p:cNvPr id="7" name="图片 6">
            <a:extLst>
              <a:ext uri="{FF2B5EF4-FFF2-40B4-BE49-F238E27FC236}">
                <a16:creationId xmlns:a16="http://schemas.microsoft.com/office/drawing/2014/main" id="{54BC80FE-0B15-169F-1689-C250157E033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graphicFrame>
        <p:nvGraphicFramePr>
          <p:cNvPr id="4" name="对象 3" hidden="1">
            <a:extLst>
              <a:ext uri="{FF2B5EF4-FFF2-40B4-BE49-F238E27FC236}">
                <a16:creationId xmlns:a16="http://schemas.microsoft.com/office/drawing/2014/main" id="{7416E870-678B-B2E6-1A23-ADA877612EA4}"/>
              </a:ext>
            </a:extLst>
          </p:cNvPr>
          <p:cNvGraphicFramePr>
            <a:graphicFrameLocks noChangeAspect="1"/>
          </p:cNvGraphicFramePr>
          <p:nvPr userDrawn="1">
            <p:custDataLst>
              <p:tags r:id="rId1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0" imgW="0" imgH="0" progId="TCLayout.ActiveDocument.1">
                  <p:embed/>
                </p:oleObj>
              </mc:Choice>
              <mc:Fallback>
                <p:oleObj name="think-cell 幻灯片" r:id="rId20" imgW="0" imgH="0" progId="TCLayout.ActiveDocument.1">
                  <p:embed/>
                  <p:pic>
                    <p:nvPicPr>
                      <p:cNvPr id="10" name="对象 9" hidden="1">
                        <a:extLst>
                          <a:ext uri="{FF2B5EF4-FFF2-40B4-BE49-F238E27FC236}">
                            <a16:creationId xmlns:a16="http://schemas.microsoft.com/office/drawing/2014/main" id="{5B711733-EF90-44A4-90B3-0526DAF09203}"/>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pic>
        <p:nvPicPr>
          <p:cNvPr id="16" name="图片 15">
            <a:extLst>
              <a:ext uri="{FF2B5EF4-FFF2-40B4-BE49-F238E27FC236}">
                <a16:creationId xmlns:a16="http://schemas.microsoft.com/office/drawing/2014/main" id="{B5C3C139-FE84-1F58-4DBF-B1131B74A390}"/>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742289" y="0"/>
            <a:ext cx="586214" cy="6858000"/>
          </a:xfrm>
          <a:prstGeom prst="rect">
            <a:avLst/>
          </a:prstGeom>
        </p:spPr>
      </p:pic>
      <p:pic>
        <p:nvPicPr>
          <p:cNvPr id="10" name="图片 9">
            <a:extLst>
              <a:ext uri="{FF2B5EF4-FFF2-40B4-BE49-F238E27FC236}">
                <a16:creationId xmlns:a16="http://schemas.microsoft.com/office/drawing/2014/main" id="{BB434B0D-E3EA-8B00-4719-62D7F9EC78FC}"/>
              </a:ext>
            </a:extLst>
          </p:cNvPr>
          <p:cNvPicPr>
            <a:picLocks noChangeAspect="1"/>
          </p:cNvPicPr>
          <p:nvPr userDrawn="1"/>
        </p:nvPicPr>
        <p:blipFill>
          <a:blip r:embed="rId24"/>
          <a:stretch>
            <a:fillRect/>
          </a:stretch>
        </p:blipFill>
        <p:spPr>
          <a:xfrm>
            <a:off x="10636751" y="21401"/>
            <a:ext cx="1508183" cy="763402"/>
          </a:xfrm>
          <a:prstGeom prst="rect">
            <a:avLst/>
          </a:prstGeom>
        </p:spPr>
      </p:pic>
    </p:spTree>
    <p:extLst>
      <p:ext uri="{BB962C8B-B14F-4D97-AF65-F5344CB8AC3E}">
        <p14:creationId xmlns:p14="http://schemas.microsoft.com/office/powerpoint/2010/main" val="58884001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hf hdr="0" dt="0"/>
  <p:txStyles>
    <p:titleStyle>
      <a:lvl1pPr algn="l" defTabSz="913765"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D334AE9-8093-0547-5870-E5D5E3753594}"/>
              </a:ext>
            </a:extLst>
          </p:cNvPr>
          <p:cNvSpPr>
            <a:spLocks noGrp="1"/>
          </p:cNvSpPr>
          <p:nvPr>
            <p:ph type="sldNum" sz="quarter" idx="4"/>
          </p:nvPr>
        </p:nvSpPr>
        <p:spPr/>
        <p:txBody>
          <a:bodyPr/>
          <a:lstStyle/>
          <a:p>
            <a:fld id="{5DD3DB80-B894-403A-B48E-6FDC1A72010E}" type="slidenum">
              <a:rPr lang="zh-CN" altLang="en-US" smtClean="0"/>
              <a:pPr/>
              <a:t>1</a:t>
            </a:fld>
            <a:endParaRPr lang="zh-CN" altLang="en-US" dirty="0"/>
          </a:p>
        </p:txBody>
      </p:sp>
    </p:spTree>
    <p:extLst>
      <p:ext uri="{BB962C8B-B14F-4D97-AF65-F5344CB8AC3E}">
        <p14:creationId xmlns:p14="http://schemas.microsoft.com/office/powerpoint/2010/main" val="733564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SHOWCASE" val="3670289c-1311-4524-b15e-7835e4dc803e"/>
  <p:tag name="THINKCELLPRESENTATIONDONOTDELETE" val="&lt;?xml version=&quot;1.0&quot; encoding=&quot;UTF-16&quot; standalone=&quot;yes&quot;?&gt;&lt;root reqver=&quot;27037&quot;&gt;&lt;version val=&quot;32809&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主题5">
  <a:themeElements>
    <a:clrScheme name="自定义 2">
      <a:dk1>
        <a:srgbClr val="5D6165"/>
      </a:dk1>
      <a:lt1>
        <a:srgbClr val="FFFFFF"/>
      </a:lt1>
      <a:dk2>
        <a:srgbClr val="003156"/>
      </a:dk2>
      <a:lt2>
        <a:srgbClr val="CCE8F2"/>
      </a:lt2>
      <a:accent1>
        <a:srgbClr val="004D7F"/>
      </a:accent1>
      <a:accent2>
        <a:srgbClr val="0C6B9D"/>
      </a:accent2>
      <a:accent3>
        <a:srgbClr val="0092BC"/>
      </a:accent3>
      <a:accent4>
        <a:srgbClr val="33A8C7"/>
      </a:accent4>
      <a:accent5>
        <a:srgbClr val="66BED7"/>
      </a:accent5>
      <a:accent6>
        <a:srgbClr val="98D0E4"/>
      </a:accent6>
      <a:hlink>
        <a:srgbClr val="5C5F60"/>
      </a:hlink>
      <a:folHlink>
        <a:srgbClr val="343738"/>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91440" tIns="45720" rIns="91440" bIns="45720" rtlCol="0" anchor="ctr">
        <a:normAutofit/>
      </a:bodyPr>
      <a:lstStyle>
        <a:defPPr algn="l">
          <a:defRPr sz="2200" dirty="0" smtClean="0">
            <a:solidFill>
              <a:schemeClr val="bg1">
                <a:lumMod val="65000"/>
              </a:schemeClr>
            </a:solidFill>
          </a:defRPr>
        </a:defPPr>
      </a:lstStyle>
    </a:txDef>
  </a:objectDefaults>
  <a:extraClrSchemeLst/>
  <a:extLst>
    <a:ext uri="{05A4C25C-085E-4340-85A3-A5531E510DB2}">
      <thm15:themeFamily xmlns:thm15="http://schemas.microsoft.com/office/thememl/2012/main" name="演示文稿3" id="{08D4F4B7-6AEA-764B-83CD-6D0EB2605C08}" vid="{D8E5E3BA-B6FC-F94B-BEB8-7D6AFB6AAAF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TotalTime>
  <Words>1</Words>
  <Application>Microsoft Macintosh PowerPoint</Application>
  <PresentationFormat>宽屏</PresentationFormat>
  <Paragraphs>1</Paragraphs>
  <Slides>1</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9" baseType="lpstr">
      <vt:lpstr>Microsoft YaHei</vt:lpstr>
      <vt:lpstr>Microsoft YaHei</vt:lpstr>
      <vt:lpstr>Microsoft YaHei Light</vt:lpstr>
      <vt:lpstr>Arial</vt:lpstr>
      <vt:lpstr>Calibri</vt:lpstr>
      <vt:lpstr>Poppins</vt:lpstr>
      <vt:lpstr>主题5</vt:lpstr>
      <vt:lpstr>think-cell 幻灯片</vt:lpstr>
      <vt:lpstr>PowerPoint 演示文稿</vt:lpstr>
    </vt:vector>
  </TitlesOfParts>
  <Manager>iSlide</Manager>
  <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e37385</dc:creator>
  <cp:lastModifiedBy>e37385</cp:lastModifiedBy>
  <cp:revision>1</cp:revision>
  <cp:lastPrinted>2022-03-25T08:45:58Z</cp:lastPrinted>
  <dcterms:created xsi:type="dcterms:W3CDTF">2026-01-06T06:00:59Z</dcterms:created>
  <dcterms:modified xsi:type="dcterms:W3CDTF">2026-01-06T06:09:01Z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2052-4.0.0.6524</vt:lpwstr>
  </property>
</Properties>
</file>