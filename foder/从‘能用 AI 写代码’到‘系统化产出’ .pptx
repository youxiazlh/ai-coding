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× MCP × Skill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从‘能用 AI 写代码’到‘系统化产出’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52FE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分享人：赵龙辉  |  日期：2026-03-26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6452" b="6452"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10929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3990975" y="11644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核心概念定义与范式演进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14120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143625" y="10929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6610350" y="11644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Vibe Coding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10350" y="14120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50" y="17216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3990975" y="17930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MCP：打通 AI 与工程系统的神经通路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43625" y="17216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10350" y="17930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模型：构建团队级 AI 协作操作系统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3990975" y="2631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一套可落地的项目实践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990975" y="28789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43625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6610350" y="2631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风险、治理与行动计划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610350" y="28789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75" dirty="0"/>
          </a:p>
        </p:txBody>
      </p:sp>
      <p:sp>
        <p:nvSpPr>
          <p:cNvPr id="26" name="Text 22"/>
          <p:cNvSpPr/>
          <p:nvPr/>
        </p:nvSpPr>
        <p:spPr>
          <a:xfrm>
            <a:off x="3990975" y="325993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以godot进行游戏开发的项目实践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990975" y="37171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143625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610350" y="325993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总结：三位一体构建稳定生产力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610350" y="37171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核心概念定义与范式演进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以自然语言驱动AI完成编码、调试与迭代，实现快速试错与反馈闭环，提升开发节奏。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 能力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5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通过标准化协议让模型安全调用文件、数据库、API等资源，赋予AI执行‘动手’能力。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沉淀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将AI产出转化为可复用、可审计的流程资产，构建团队级工程化协作智能体系。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Vibe Coding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自然语言驱动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通过自然语言指令直接触发代码生成、调试与迭代，降低技术实现门槛，加速开发响应速度。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快速试错闭环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在极短时间内完成多次‘生成-验证-修正’循环，提升探索效率，快速逼近最优解。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工程能力放大器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AI承担重复性工作，工程师聚焦架构设计与关键决策，实现人机协同效能倍增。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价值交付导向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以可运行原型和用户反馈为目标，推动开发从代码产出转向实际业务价值交付。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的边界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适用于快速构建原型、生成脚手架代码、补全文档与测试用例，提升开发效率。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慎用边界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避免用于金融交易、安全认证、合规审计等高风险模块，防止失控与责任缺失。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执行原则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明确任务约束，拆解为小步骤，由AI加速实现，人类全程把控正确性与最终责任。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MCP：打通 AI 与工程系统的神经通路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什么是MCP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什么是MCP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1676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MCP（Model Context Protocol）：是一种开放协议，通过标准化的服务器实现，使 AI 模型能够安全地与本地和远程资源进行交互。如通过文件访问、数据库连接、API 集成和其他上下文服务来扩展 AI 功能。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赋予AI手脚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为AI提供‘手和眼’，使其能执行文件读写、数据库操作、API调用等实际动作，超越纯语言响应。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统一接入层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通过一致接口连接文件系统、数据库、API及协作平台，降低集成复杂度，提升系统互操作性。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5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提升可审计性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所有AI操作经由MCP留痕记录，支持追溯与审查，保障自动化过程透明、可控、可验证。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MCP 很关键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067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12094" y="236696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81050" y="3595688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多步执行引擎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16769" y="3848100"/>
            <a:ext cx="17716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从单轮问答升级为多步骤执行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393281" y="312896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662238" y="146685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直连系统集成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185988" y="1719263"/>
            <a:ext cx="27955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AI可直连代码库、数据库及CI/CD系统，将决策建议转化为可执行操作，实现自动化落地。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274469" y="236696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6B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43425" y="3595688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标准化工作流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067175" y="3848100"/>
            <a:ext cx="27955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基于统一协议构建标准化流程，串联各类工具形成一致的工作模式，提升协作规范性。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55656" y="312896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DBE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4613" y="146685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自动化流水线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8363" y="1719263"/>
            <a:ext cx="27955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形成可复用、可审计的自动化流水线，显著提高流程可控性与团队执行效率。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81200"/>
            <a:ext cx="4762500" cy="20002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模型：教 AI 按固定流程做事的操作说明书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5217" b="5217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20" y="428625"/>
            <a:ext cx="4561205" cy="150304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915" y="2028825"/>
            <a:ext cx="564642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一套落地流程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27717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目标对齐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8585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定义目标与验收（Definition of Done）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方案预判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867025" y="2195513"/>
            <a:ext cx="1628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产出方案 + 风险清单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B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任务拆解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48200" y="2195513"/>
            <a:ext cx="1628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小步实现 + 自动化验证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BE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每步迭代后进行自动验证，保障系统持续可用，降低人为检查成本。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43625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648200" y="33766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知识沉淀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48200" y="3667125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归档代码与文档，形成可复用资产，便于团队后续查阅与协作。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733675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238250" y="33766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流程优化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238250" y="3667125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复盘并更新团队 Skill 模板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风险与治理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识别核心风险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AI可能产生幻觉输出、引发过度自动化依赖，并带来数据隐私与合规隐患，需前置防控。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实施治理策略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28384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最小权限、日志留痕、关键路径人工审批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筑牢质量防线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28384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测试覆盖、静态检查、发布闸门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建立追溯机制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记录AI生成内容的来源、修改轨迹与责任人，实现全过程可审计、可回溯。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godot进行游戏开发的项目实践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组件版图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角色化分工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.copilot/agents/ 中定义多角色智能体，覆盖设计、开发、测试与发布全流程，实现专业化协作。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Skills 命令驱动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.github/skills/ 存储可复用流程，通过 slash 命令触发标准化操作，提升执行一致性与效率。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Guide 全局协同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924425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docs/WORKFLOW-GUIDE.md 统一调度 48 个 agent 与 37 个命令，构建闭环协作逻辑与自动化钩子。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Config 明确约束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COPILOT.md 结合引擎与生产文档，固化技术栈与规范，确保 AI 输出符合项目实际要求。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791845" y="1238250"/>
            <a:ext cx="7247255" cy="3184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Tier 1 — Directors (Opus)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creative-director    technical-director    producer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Tier 2 — Department Leads (Sonnet)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game-designer        lead-programmer       art-director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audio-director       narrative-director    qa-lead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release-manager      localization-lead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Tier 3 — Specialists (Sonnet/Haiku)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gameplay-programmer  engine-programmer     ai-programmer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network-programmer   tools-programmer      ui-programmer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systems-designer     level-designer        economy-designer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technical-artist     sound-designer        writer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world-builder        ux-designer           prototyper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performance-analyst  devops-engineer       analytics-engineer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security-engineer    qa-tester             accessibility-specialist</a:t>
            </a: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  live-ops-designer    community-manager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720090" y="1009650"/>
            <a:ext cx="7501255" cy="3851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Reviews &amp; Analysis /design-review /code-review /balance-check /asset-audit /scope-check /perf-profile /tech-debt</a:t>
            </a: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Production /sprint-plan /milestone-review /estimate /retrospective /bug-report</a:t>
            </a: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Project Management /start /project-stage-detect /reverse-document /gate-check /map-systems /design-system</a:t>
            </a: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Release /release-checklist /launch-checklist /changelog /patch-notes /hotfix</a:t>
            </a: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Creative /brainstorm /playtest-report /prototype /onboard /localize</a:t>
            </a: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Team Orchestration (coordinate multiple agents on a single feature) /team-combat /team-narrative /team-ui /team-release /team-polish /team-audio /team-level</a:t>
            </a:r>
            <a:endParaRPr lang="en-US" altLang="zh-CN"/>
          </a:p>
          <a:p>
            <a:pPr>
              <a:lnSpc>
                <a:spcPct val="8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开发时间线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26574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/start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8585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判定为“全新模板状态”，明确路径与下一步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867025" y="1905000"/>
            <a:ext cx="1628775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/brainstorm 三国 自走棋 单机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867025" y="24098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产出并落地 `design/gdd/game-concept.md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B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48200" y="1905000"/>
            <a:ext cx="1628775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/setup-engine godot 4.6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48200" y="24098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补齐 `COPILOT.md`、技术偏好与版本参考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BE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/map-systems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`design/gdd/systems-index.md` 与会话状态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438650" y="2990850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14450" y="3381375"/>
            <a:ext cx="65151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 sprint/gate-check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14450" y="3671888"/>
            <a:ext cx="651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形成“设计-实现-验证”闭环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的正确姿势（不是无序 Coding）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保留Vibe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4790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快速提炼核心爽点与反体验（例如“羁绊成型反杀”）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结构化Vibe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67000" y="224790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用系统分解与依赖排序约束实现顺序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量化Vibe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62500" y="224790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把体验目标映射到参数、验收、日志与回放证据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交付收敛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允许创意发散探索，但最终输出必须符合DoD标准，确保可验证、可交付。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 设计：三层闭环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设计闭环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479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Concept → Systems Index → GDD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开发闭环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65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Sprint Plan → Must/Should/Nice → 实现与配置外置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质量闭环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59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Smoke Checklist → Gate Check → DoD Closeout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387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2720" r="2720"/>
          <a:stretch>
            <a:fillRect/>
          </a:stretch>
        </p:blipFill>
        <p:spPr>
          <a:xfrm>
            <a:off x="0" y="0"/>
            <a:ext cx="9144000" cy="5438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识别三大风险：幻觉输出、过度自动化、隐私合规隐患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188595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AI应用安全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幻觉风险防控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763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错误代码防范，防止模型生成逻辑错误或不可执行的代码片段。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63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虚构依赖识别，避免引入不存在或不兼容的库与接口。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B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逻辑偏差控制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小步验证机制，逐步确认AI输出的合理性与正确性。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人工审查介入，在关键决策环节引入人为判断与复核。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BE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流程安全管理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避免过度自动化，防止系统脱离人工掌控导致失控。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保留人工干预权，在关键节点支持手动调整与终止操作。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隐私合规保障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遵循最小权限原则，仅获取完成任务所必需的数据访问权限。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实现全程留痕，所有操作记录可追溯、可审计、可监控。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数据泄露防护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加强敏感信息过滤，防止AI无意中暴露用户或系统数据。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权限越界预警，实时检测并阻断超出授权范围的行为。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75A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可信AI实践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4575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建立验证闭环，确保AI输出经过多层校验方可投入使用。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333875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推动人机协同，平衡效率与安全，提升系统整体可靠性。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实施最小权限、操作日志留痕与关键路径人工审批的治理策略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1051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7858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最小权限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403830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AI仅授予完成任务必需的系统权限，防止越权访问，保障核心资产安全。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301287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权限控制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326528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通过严格权限管理，限制AI行为范围，降低潜在安全风险。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313" y="2239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操作留痕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5313" y="249227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所有AI调用与修改操作自动记录日志，确保行为全程可追溯。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日志审计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5313" y="17192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记录用于定期审计和异常排查，提升系统的透明性与可控性。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高危审批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6488" y="17192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发布和配置变更等高风险操作需人工审批，防止误操作或恶意行为。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86488" y="2239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责任闭环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6488" y="249227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通过审批流程明确责任人，构建操作的责任追踪机制。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86488" y="301287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安全底线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86488" y="326528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多重防护措施结合，牢牢守住系统安全与数据完整性的底线。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86488" y="37858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可复盘性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86488" y="403830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完整日志支持事后复盘，有助于优化流程与提升系统可靠性。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建立测试覆盖、静态检查与发布闸门的质量防线，保障 AI 产出可信可控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测试覆盖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6479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强制核心路径单元测试与集成测试，确保AI生成代码行为可验证、变更可追踪。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4003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静态检查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6479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集成代码规范、安全扫描与依赖审计工具，拦截潜在漏洞与技术债务。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4003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发布闸门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6479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设置多级审批与自动化校验节点，未达标代码禁止合入主干与上线。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总结：三位一体构建稳定生产力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5E8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22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实用工具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https://github.com/jnMetaCode/agency-agents-zh/tree/main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https://github.com/msitarzewski/agency-agents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 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https://glama.ai/mcp/servers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https://github.com/anthropics/skills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提供速度引擎，MCP 赋予执行能力，Skill 决定长期上限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速度引擎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通过自然语言驱动快速编码、调试与迭代，实现高频试错与即时反馈，显著提升开发响应速度。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84785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执行赋能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 协议让模型安全调用文件、数据库与API，打通工具链，将智能决策转化为可执行的自动化动作。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4647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能力沉淀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7552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将临时输出转化为标准化流程，使AI产出可复用、可审查，持续积累为团队工程资产。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4647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三位一体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7552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三者协同：速度×执行×沉淀，形成从个体灵感至系统化交付的稳定AI增强生产力闭环。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迈向 AI 原生开发范式：以人为本，以 AI 为杠杆，以流程为护栏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0194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以人为本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81050" y="1843088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人主导责任与决策，确保AI应用方向正确。掌控核心逻辑与业务判断，发挥主观能动性。维持对关键环节的绝对控制。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AI提效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57488" y="1843088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利用AI提升执行速度与工作效率。处理重复性高、规则明确的任务。释放人力聚焦更高价值工作。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33925" y="1843088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通过自然交互方式编写代码逻辑。降低开发门槛，加速功能实现。促进个体创意快速落地。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MCP协同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10363" y="1843088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MCP架构连接人与AI协作流程。实现任务分发与状态追踪。构建动态协作网络。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81050" y="306228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Skill建模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81050" y="3438525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将优秀实践封装为可复用技能。提升能力沉淀效率。支持AI快速调用标准化方法。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2757488" y="306228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流程标准化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57488" y="3438525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建立统一操作规范与接口标准。确保行为一致性和可复制性。为规模化应用奠定基础。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33925" y="306228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可控可审计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33925" y="3438525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所有AI行为记录留痕，支持追溯。通过规则引擎限制越界操作。保障系统安全性与合规性。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710363" y="306228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闭环融合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710363" y="3438525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实现人、AI与流程的高效协同。形成反馈优化循环。推动团队迈向系统化工程范式。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52FE"/>
          </a:solidFill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PPT内容由千问AI生成，访问qianwen.com智能生成更多PPT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5369</Words>
  <Application>WPS 演示</Application>
  <PresentationFormat>On-screen Show (16:9)</PresentationFormat>
  <Paragraphs>520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游侠</cp:lastModifiedBy>
  <cp:revision>3</cp:revision>
  <dcterms:created xsi:type="dcterms:W3CDTF">2026-03-26T03:56:00Z</dcterms:created>
  <dcterms:modified xsi:type="dcterms:W3CDTF">2026-03-26T04:00:04Z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60894B0A1E894F709934703B39F00736_12</vt:lpwstr>
  </property>
  <property fmtid="{D5CDD505-2E9C-101B-9397-08002B2CF9AE}" pid="3" name="KSOProductBuildVer">
    <vt:lpwstr>2052-12.1.0.25225</vt:lpwstr>
  </property>
</Properties>
</file>